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 ran end-to-end on a GCP project + Snowflake AWS trial: catalog federation, WIF keyless auth, streaming and batch Dataflow ingestion, and a config-driven validation harness. Everything on this deck is implemented and measured, not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doesn't disappear — it moves from standing storage + pipeline ops to per-query egress. ADR-0006 bounds that with a measured 30-day break-even review per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cross-cloud paths only: metadata+auth over the REST API, and pruned Parquet reads billed as DATA_LAKE egress. The producers keep their native engines on GCP.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ADR-0004. Two live gotchas: the serviceusage.serviceUsageConsumer role is required by the x-goog-user-project header, and CREATE OR REPLACE on the catalog integration mints a NEW WIF subject that must be re-granted.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lightweight MADR records in docs/adr/. These three define what is shared and through what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ADR-0006 makes partitioning quality a cost lever, not just performance — Snowflake fetches pruned byte ranges, so producer-side layout controls the egress bill.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avoids the 1-hour static-token limitation in Google's guide by passing GoogleAuthManager through catalog properties — auth refreshes indefinitely. Archive is event-driven because batch jobs (~12 min) outlive the 540s event-function limit and the flex launcher's wait_until_finish() is a no-op.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Zero-copy makes the middle comparison nearly tautological — Snowflake reads the same files — so the expensive completeness check of a replication architecture reduces to a freshness check here. Production shape: same script as a Cloud Run job on a Scheduler cron + post-batch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latency numbers are observed on a trial account — the CLD refresh gap between nominal 30s and observed 1-10 min is exactly why ADR-0006 says instrument from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POC didn't just prove the happy path — the as-run log documents every failure and fix, which is the difference between a demo and an architecture you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material: rebuttals for review, both operational runbooks condensed, and the ADR index. Full text lives in the repo docs.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text: docs/production-readiness.md. Concede the three real gaps; reject the claim that the pattern is POC-only.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trust models are keyless and revocable: WIF token exchange to GCP; scoped role assumption (one IAM user, one external id, one read-only bucket) to the user's AWS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default path. Six numbered steps map to the scripts/ and sql/ ordering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and executed 2026-07-16 against a personal AWS free-plan account — pennies of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six accepted 2026-07-13; full MADR records with alternatives-considered live in docs/adr/. Slides 5-6 of the main deck carry the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ZERO-COPY POC  ·  ARCHITECTURE &amp; RESULTS  ·  JULY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copy of the data.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GCS-resident Apache Iceberg tables, read in place by Snowflake on AWS — keyless trust, config-driven streaming and batch ingestion, and integrity controls that reconcile to the penny.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copy, in GCS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7091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credentials anywhere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41605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4297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366760" y="4956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3-way integrity reconciliation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github.com/jeremydegardeyn/iceberg-zero-copy-poc   ·   proven end-to-end 2026-07-14/15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Expose the data — don’t copy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Traditional: replicate into the EDW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physical copy — storage billed twice, forever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per feed to build, schedule, and monitor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= pipeline lag; divergence needs its own monitoring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sharing contract is locked to one vendor’s mechanism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1430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design: zero-copy federation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18745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copy in GCS; Iceberg owns the contract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the latest committed snapshot in place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is inherent — no pipeline exists to lag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Iceberg-capable engine can join later; choices stay reversible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storage bill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200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Iceberg commit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48920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66760" y="50292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$90–155 / TB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366760" y="5669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— only when queried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data never leaves GCS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760720" cy="4343400"/>
          </a:xfrm>
          <a:prstGeom prst="roundRect">
            <a:avLst>
              <a:gd name="adj" fmla="val 1263"/>
            </a:avLst>
          </a:prstGeom>
          <a:solidFill>
            <a:srgbClr val="F4F9FC"/>
          </a:solidFill>
          <a:ln w="15875">
            <a:solidFill>
              <a:srgbClr val="B9CFD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 ·  data owner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21031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28800"/>
            <a:ext cx="2103120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· Dataflow · BigQuery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4760" y="1828800"/>
            <a:ext cx="22402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828800"/>
            <a:ext cx="224028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catalog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endpoint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(BigLake metastore)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48840" y="406908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DDEBF4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48840" y="4069080"/>
            <a:ext cx="310896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bucket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tables — single source of truth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2331720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999232" y="20299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65960" y="2880360"/>
            <a:ext cx="1051560" cy="118872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41732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389120" y="3017520"/>
            <a:ext cx="502920" cy="1051560"/>
          </a:xfrm>
          <a:prstGeom prst="line">
            <a:avLst/>
          </a:prstGeom>
          <a:noFill/>
          <a:ln w="22225">
            <a:solidFill>
              <a:srgbClr val="1C7293"/>
            </a:solidFill>
            <a:prstDash val="dash"/>
            <a:headEnd type="triangle"/>
          </a:ln>
        </p:spPr>
      </p:sp>
      <p:sp>
        <p:nvSpPr>
          <p:cNvPr id="16" name="Text 14"/>
          <p:cNvSpPr/>
          <p:nvPr/>
        </p:nvSpPr>
        <p:spPr>
          <a:xfrm>
            <a:off x="4526280" y="3401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pointers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18120" y="1188720"/>
            <a:ext cx="3840480" cy="4343400"/>
          </a:xfrm>
          <a:prstGeom prst="roundRect">
            <a:avLst>
              <a:gd name="adj" fmla="val 1429"/>
            </a:avLst>
          </a:prstGeom>
          <a:solidFill>
            <a:srgbClr val="F4F9FC"/>
          </a:solidFill>
          <a:ln w="15875">
            <a:solidFill>
              <a:srgbClr val="B9C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298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 ·  consumer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3880" y="18288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1828800"/>
            <a:ext cx="310896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(read-only)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83880" y="4069080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4069080"/>
            <a:ext cx="3108960" cy="10058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warehouses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billed per second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738360" y="3017520"/>
            <a:ext cx="0" cy="1051560"/>
          </a:xfrm>
          <a:prstGeom prst="line">
            <a:avLst/>
          </a:prstGeom>
          <a:noFill/>
          <a:ln w="22225">
            <a:solidFill>
              <a:srgbClr val="29B5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6035040" y="2286000"/>
            <a:ext cx="2148840" cy="0"/>
          </a:xfrm>
          <a:prstGeom prst="line">
            <a:avLst/>
          </a:prstGeom>
          <a:noFill/>
          <a:ln w="28575">
            <a:solidFill>
              <a:srgbClr val="065A82"/>
            </a:solidFill>
            <a:prstDash val="solid"/>
            <a:headEnd type="triangle"/>
          </a:ln>
        </p:spPr>
      </p:sp>
      <p:sp>
        <p:nvSpPr>
          <p:cNvPr id="25" name="Text 23"/>
          <p:cNvSpPr/>
          <p:nvPr/>
        </p:nvSpPr>
        <p:spPr>
          <a:xfrm>
            <a:off x="6126480" y="17830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(HTTPS)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+ auth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5257800" y="4572000"/>
            <a:ext cx="2926080" cy="0"/>
          </a:xfrm>
          <a:prstGeom prst="line">
            <a:avLst/>
          </a:prstGeom>
          <a:noFill/>
          <a:ln w="28575">
            <a:solidFill>
              <a:srgbClr val="F96167"/>
            </a:solidFill>
            <a:prstDash val="solid"/>
            <a:headEnd type="triangle"/>
          </a:ln>
        </p:spPr>
      </p:sp>
      <p:sp>
        <p:nvSpPr>
          <p:cNvPr id="27" name="Text 25"/>
          <p:cNvSpPr/>
          <p:nvPr/>
        </p:nvSpPr>
        <p:spPr>
          <a:xfrm>
            <a:off x="5349240" y="4681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Parquet byte-range reads (egress $)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discovers tables through the REST catalog and scans Parquet in place. Iceberg pruning means it fetches byte ranges, not tables.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trust — WIF token exchange + credential vending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(AWS)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0020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1772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REST catalog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3524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92640" y="123444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0F2440"/>
          </a:solidFill>
          <a:ln w="15875">
            <a:solidFill>
              <a:srgbClr val="0F24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bucket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652760" y="1783080"/>
            <a:ext cx="0" cy="3794760"/>
          </a:xfrm>
          <a:prstGeom prst="line">
            <a:avLst/>
          </a:prstGeom>
          <a:noFill/>
          <a:ln w="12700">
            <a:solidFill>
              <a:srgbClr val="D5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240280"/>
            <a:ext cx="30175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97864" y="2084832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70432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0" y="1856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Snowflake OIDC token  (grant: TOKEN_EXCHANGE)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 flipV="1">
            <a:off x="1600200" y="2953512"/>
            <a:ext cx="301752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1197864" y="2798064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70432" y="277977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37360" y="2569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GCP access token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600200" y="3666744"/>
            <a:ext cx="60350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197864" y="3511296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349300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737360" y="328269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LoadTable  +  X-Iceberg-Access-Delegation: vended-credentials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V="1">
            <a:off x="1600200" y="4379976"/>
            <a:ext cx="603504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1197864" y="4224528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4206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737360" y="399592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metadata.json location  +  vended, table-scoped GCS credentials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600200" y="5093208"/>
            <a:ext cx="9052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97864" y="4937760"/>
            <a:ext cx="310896" cy="310896"/>
          </a:xfrm>
          <a:prstGeom prst="ellipse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70432" y="49194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737360" y="470916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manifests + pruned Parquet byte ranges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5806440"/>
            <a:ext cx="10972800" cy="685800"/>
          </a:xfrm>
          <a:prstGeom prst="roundRect">
            <a:avLst>
              <a:gd name="adj" fmla="val 10667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68680" y="5806440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stored keys anywhere. The WIF pool trusts the Snowflake issuer; GCP grants one read-only principal (biglake.viewer + serviceusage.serviceUsageConsumer). Storage access is vended per table and expires.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decisions  ·  the sharing contract (ADR 01–03)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31673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Iceberg as the cross-cloud table format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format — not any engine — owns the data contract. Any Iceberg-capable engine (Snowflake, BigQuery, Spark, Trino, Flink) reads the same files; snapshot isolation gives consumers consistent reads while producers commit.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34086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UniForm (translation layer, GCP tooling is Iceberg-first) · plain Parquet (no schema evolution, no transactions) · vendor-native shares (locks the contract to one vendor)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47472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09981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Zero-copy catalog federation over replication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0215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copy in GCS; consumers get live reads of the latest committed snapshot. No replication pipelines, no divergence monitoring, no second storage bill — cost moves to bounded per-query egress.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2394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cross-cloud shares (doubles Snowflake footprint, Snowflake-only) · GCS→S3 sync (Iceberg metadata uses absolute paths — every cycle rewrites metadata)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5257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257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488289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BigLake (Lakehouse) metastore as the Iceberg catalog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REST endpoint with GA Snowflake integration and credential vending built in. BigQuery reads the same tables via federation, so producers keep their native engine. Data files stay open — a Polaris migration path exists via register_table.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9070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Polaris / Nessie (a service to run, secure, and expose publicly — unjustified ops at this stage) · Snowflake Open Catalog (inverts the coupling toward the consumer)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decisions  ·  trust, ownership, cost (ADR 04–06)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31673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auth — workload identity federation + credential vending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171907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Snowflake's OIDC token is exchanged at Google STS; storage access is vended per table and expires. No long-lived secrets to rotate, leak, or vault; the GCP grant is one read-only principal, auditable in IAM.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34086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Service-account JSON keys (standing credentials, rotation burden) · external volume only (bucket-wide standing read instead of per-table vended scope)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47472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09981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writer on GCP — read-only consumers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50215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writes, compaction, and snapshot maintenance stay with the producer; the shared_aws namespace is the published contract. Compaction quality directly drives consumer egress cost, so it belongs to one accountable owner.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2394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Multi-engine writes (safe at the format level via optimistic concurrency, but ownership and data-quality accountability blur fast)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5257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257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488289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per-query egress, with a measured break-even review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(~$90–155/TB scanned) is metered in DATA_TRANSFER_HISTORY from day one. 30-day rule per table: if monthly scanned bytes materially exceed table size, replicate that table and keep federating the long tail.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9070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 </a:t>
            </a:r>
            <a:pPr indent="0" marL="0">
              <a:buNone/>
            </a:pPr>
            <a:r>
              <a:rPr lang="en-US" sz="12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everything upfront (pays for copies nobody queries and reintroduces pipeline ops for the whole estate)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Config-driven ingestion — streaming and batch into the same catalog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19659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topic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events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520440" y="155448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554480"/>
            <a:ext cx="28803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flex template — streaming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 commits · auto-refreshing auth (no token cliff)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14600" y="2029968"/>
            <a:ext cx="10058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306324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063240"/>
            <a:ext cx="196596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lands in scs-raw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drop = the trigger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3063240"/>
            <a:ext cx="12344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3063240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Eventarc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launcher fn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257800" y="3063240"/>
            <a:ext cx="16916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7800" y="3063240"/>
            <a:ext cx="16916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— batch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→ Iceberg rows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14600" y="3538728"/>
            <a:ext cx="10058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54880" y="3538728"/>
            <a:ext cx="502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520440" y="4572000"/>
            <a:ext cx="3429000" cy="960120"/>
          </a:xfrm>
          <a:prstGeom prst="roundRect">
            <a:avLst>
              <a:gd name="adj" fmla="val 5714"/>
            </a:avLst>
          </a:prstGeom>
          <a:solidFill>
            <a:srgbClr val="F4F9FC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4572000"/>
            <a:ext cx="3429000" cy="960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Archiver fn — on job DONE event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statusChanged → move file to scs-raw-archive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0760" y="4023360"/>
            <a:ext cx="0" cy="548640"/>
          </a:xfrm>
          <a:prstGeom prst="line">
            <a:avLst/>
          </a:prstGeom>
          <a:noFill/>
          <a:ln w="22225">
            <a:solidFill>
              <a:srgbClr val="02C39A"/>
            </a:solidFill>
            <a:prstDash val="dash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199632" y="4133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JOB_STATE_DONE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635240" y="2011680"/>
            <a:ext cx="2240280" cy="2011680"/>
          </a:xfrm>
          <a:prstGeom prst="roundRect">
            <a:avLst>
              <a:gd name="adj" fmla="val 2727"/>
            </a:avLst>
          </a:prstGeom>
          <a:solidFill>
            <a:srgbClr val="DDEBF4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35240" y="2011680"/>
            <a:ext cx="2240280" cy="2011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tables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+ Lakehouse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catalog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shared_aws.*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029968"/>
            <a:ext cx="1234440" cy="43891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6949440" y="3383280"/>
            <a:ext cx="685800" cy="15544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378440" y="2514600"/>
            <a:ext cx="13258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29B5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514600"/>
            <a:ext cx="13258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(zero-copy)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875520" y="3017520"/>
            <a:ext cx="502920" cy="0"/>
          </a:xfrm>
          <a:prstGeom prst="line">
            <a:avLst/>
          </a:prstGeom>
          <a:noFill/>
          <a:ln w="25400">
            <a:solidFill>
              <a:srgbClr val="29B5E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8640" y="580644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58064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feed is a template run with parameters — topic, table, commit interval — not new code. Both templates ship as one Java-enabled launcher image, built once in Cloud Build.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 controls — three-way reconciliation, config-driven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Archived CSVs re-counted in GCS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+ sum(amount) recomputed from the archive ledger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Iceberg snapshot metadata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634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total-records read via the REST catalog — no scan, no compute cost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21040" y="1188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4964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496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Snowflake aggregates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49640" y="21031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/ SUM / nulls / dupes via the snow CLI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201168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4069080" y="214884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01168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7955280" y="2148840"/>
            <a:ext cx="365760" cy="0"/>
          </a:xfrm>
          <a:prstGeom prst="line">
            <a:avLst/>
          </a:prstGeom>
          <a:noFill/>
          <a:ln w="19050">
            <a:solidFill>
              <a:srgbClr val="6B7F94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3246120"/>
            <a:ext cx="6858000" cy="3108960"/>
          </a:xfrm>
          <a:prstGeom prst="roundRect">
            <a:avLst>
              <a:gd name="adj" fmla="val 2353"/>
            </a:avLst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3474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PASS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68680" y="4069080"/>
            <a:ext cx="6217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= 50 = 50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source CSVs = Iceberg = Snowflake</a:t>
            </a:r>
            <a:endParaRPr lang="en-US" sz="16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25,688.93 = 25,688.93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sum(amount): source vs Snowflake — exact to the penny</a:t>
            </a:r>
            <a:endParaRPr lang="en-US" sz="16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nulls · 0 duplicate keys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event_id and published_at across both tables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680960" y="3246120"/>
            <a:ext cx="3977640" cy="3108960"/>
          </a:xfrm>
          <a:prstGeom prst="roundRect">
            <a:avLst>
              <a:gd name="adj" fmla="val 2353"/>
            </a:avLst>
          </a:prstGeom>
          <a:solidFill>
            <a:srgbClr val="EAF3F8"/>
          </a:solidFill>
          <a:ln w="12700">
            <a:solidFill>
              <a:srgbClr val="F96167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909560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caught real drift on run one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09560" y="39319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matched, but sum(amount) disagreed by 670.85 — one file had been archived without loading, another loaded without archiving. The aggregate check exposed a silent divergence between the archive ledger and the lake in a 25-row POC.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09560" y="5852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validation.yaml — new feed = new stanza, no code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measured — and the six sharp edges we hit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297680" cy="5212080"/>
          </a:xfrm>
          <a:prstGeom prst="roundRect">
            <a:avLst>
              <a:gd name="adj" fmla="val 170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371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423160" y="192938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Iceberg commit (streaming)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900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1–10 min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423160" y="30449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→ visible in Snowflake (nominal 30 s — measure before promising SLAs)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1056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 min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423160" y="41605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job wall-clock, startup-dominated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522122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423160" y="52760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at POC scale (DATA_TRANSFER_HISTORY)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120640" y="1188720"/>
            <a:ext cx="653796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9496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 edges (all fixed in the repo)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40680" y="1874520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18562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1801368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stockouts kill launches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placement + e2 family for launcher AND workers; reservations (not CUDs) guarantee capacity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40680" y="2624328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3248" y="26060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0" y="2551176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ate Beam’s --project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abbreviation matched --project_id; allow_abbrev=False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40680" y="3374136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3248" y="33558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0" y="3300984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Iceberg I/O is cross-language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flex launcher needs a JVM — custom launcher image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40680" y="4123944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3248" y="410565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0" y="4050792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Vended-credentials header is mandatory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jobs mask it as an infinite retry loop while showing Running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40680" y="4873752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485546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4800600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wait_until_finish() is a no-op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archived the input mid-preflight; archive is now event-driven on job DONE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40680" y="5623560"/>
            <a:ext cx="310896" cy="31089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13248" y="56052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0" y="5550408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discards acked streaming messages  —  </a:t>
            </a:r>
            <a:pPr algn="l"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Engine acks on persistence — drain, or expect to republish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554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hardening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as a Cloud Run job — Scheduler cron + post-batch event, alerts to Pub/Sub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guardrails: resource monitors + a DATA_TRANSFER_HISTORY dashboard, per ADR-0006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standardized → curated zones as catalog namespaces; share only curated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Drain-based relaunch automation for streaming template updates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adoption: import existing resources, two-phase WIF apply (terraform/README)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92240" y="137160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766560" y="1554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this pattern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2148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speaks Iceberg REST?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0" y="25146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Snowflake, Spark, Trino → zero-copy federation (this design)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66560" y="33558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S3-only consumer or hot table?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372160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path — built &amp; tested, see appendix (one sync cost, intra-region reads)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766560" y="456285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scan ≫ table size?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66560" y="4928616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that hot table; keep federating the long tail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github.com/jeremydegardeyn/iceberg-zero-copy-poc  ·  docs/spec.md · docs/adr/ · docs/as-run.md (full failure log)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The production-readiness argument      B — Trade-offs: two consumption paths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Runbook: zero-copy federation      D — Runbook: S3 replica      E — ADR index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— “Fine for a POC, not production”: the argument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109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88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“Egress is uncontrolled cost”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794760" y="1170432"/>
            <a:ext cx="7635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Metered from query one (DATA_TRANSFER_HISTORY); 30-day break-even rule per table (ADR-06); the escape valve for hot tables is built and tested — the replica path. A measured cost with a tested fallback is a cost model, not a flaw.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1109960" cy="786384"/>
          </a:xfrm>
          <a:prstGeom prst="roundRect">
            <a:avLst>
              <a:gd name="adj" fmla="val 930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08483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“Freshness misses SLAs”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794760" y="2066544"/>
            <a:ext cx="7635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analytics-grade reads, serving paths excluded by design (ADR-02). Minutes-level freshness with zero pipelines still beats replication pipelines that add lag plus divergence risk.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907792"/>
            <a:ext cx="11109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98094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“Six failures in one afternoon”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962656"/>
            <a:ext cx="7635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were integration engineering, fixed same-day, production-grade fix committed. A documented failure catalog is evidence the hardening is enumerable — the opposite of open-ended risk.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11109960" cy="786384"/>
          </a:xfrm>
          <a:prstGeom prst="roundRect">
            <a:avLst>
              <a:gd name="adj" fmla="val 9302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87705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“Immature technology”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794760" y="3858768"/>
            <a:ext cx="7635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Load-bearing pieces are GA-to-ancient (Iceberg, external volumes, WIF, Dataflow). A large regulated bank runs the equivalent architecture in production for payment data — the pattern is not a bet.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11109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773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“Catalog lock-in”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94760" y="4754880"/>
            <a:ext cx="7635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Control-plane only: data files are open Parquet/Iceberg; register_table is the exit. The replica increment literally re-registered the same table under a different catalog on a different cloud.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71500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AF3F8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57150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 outstanding (weeks, no research risk):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SLO validation at real scale · egress monitors/dashboard deployment · ops packaging (scheduled validation + replica refresh, drain-based relaunch, Terraform import). “Not yet productionized” ≠ “flawed for production.”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— Trade-offs: two consumption paths, one catalog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EAF3F8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Zero-copy federation (default)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86000" y="182880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per-query egress ($90–155/TB scanned), $0 standing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0545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86000" y="250545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inherent — latest committed snapshot (measured: 1–10 min)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18211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86000" y="318211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per feed; no pipelines exist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86000" y="385876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Iceberg-REST engine (Snowflake, Spark, Trino)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5354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286000" y="453542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default; long-tail tables; freshness matters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1430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379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replica (ADR-02 option C)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18288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001000" y="182880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transfer per sync; intra-region reads are egress-free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250545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001000" y="250545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by design between syncs (scheduled refresh)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318211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01000" y="318211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rewrite_table_path + copy plan per refresh; schedulable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38587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001000" y="385876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S3-only engines (Athena, Redshift)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37960" y="45354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01000" y="453542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scan ≫ table size, or S3-only consumers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5532120"/>
            <a:ext cx="10652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topology trade-off: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POC keeps the lake on the producer cloud (no ingest copy, pay egress per query). The consumer-cloud-lake variant pays the cross-cloud hop once at ingest instead. Same pattern, one knob — both legs are now implemented and priceable per table.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— Runbook: zero-copy federation path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2529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0700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234440" y="117043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bucket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01_gcp_catalog_setup.sh — IRC catalog w/ vended credentials; grant runtime SA storage.objectUser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20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883664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table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02_create_table.sh — Dataproc Serverless creates shared_aws.orders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65176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334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596896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 trust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URL from Snowflake → 03_wif_setup.sh pool → catalog integration (VENDED_CREDENTIALS) → grant subject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34670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3310128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DB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DATABASE ... LINKED_CATALOG; discovery is async (~1 min)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407822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0599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34440" y="402336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read + freshness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in Snowflake; append on GCP; re-count — no pipeline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79145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47731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473659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(optional)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 templates: 06_run_streaming.sh / 08_run_batch.sh; validate with 09_validate.sh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589520" y="1170432"/>
            <a:ext cx="4069080" cy="4572000"/>
          </a:xfrm>
          <a:prstGeom prst="roundRect">
            <a:avLst>
              <a:gd name="adj" fmla="val 1798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18120" y="1325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 edges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18120" y="1737360"/>
            <a:ext cx="3611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SA bucket grant is NOT automatic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 subject needs serviceUsageConsumer too (x-goog-user-project)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 REPLACE integration mints a NEW subject — re-grant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ACCESS_DELEGATION_MODE=VENDED_CREDENTIALS is mandatory for CLDs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X-Iceberg-Access-Delegation header on ALL table ops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propagation ~45 s; CLD discovery ~1 min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docs/runbook-zero-copy.md + docs/as-run.md (every failure and fix, in order).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— Runbook: S3 replica path (ADR-02 option C)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2529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0700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234440" y="117043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bucket + role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11_aws_replica_setup.py create — bucket in us-east-2 (same region as Snowflake = intra-region reads), read-only role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20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883664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volume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EXTERNAL VOLUME (ALLOW_WRITES=FALSE); DESC gives Snowflake's IAM user + external id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65176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334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596896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handshake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11_aws_replica_setup.py trust — only that user, that external id, that one bucket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34670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3310128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10_replicate_to_s3.sh — rewrite_table_path stages s3:// metadata + copy plan (Iceberg paths are absolute!)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407822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0599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34440" y="402336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+ verify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OBJECT_STORE catalog integration + CREATE ICEBERG TABLE w/ METADATA_FILE_PATH; compare vs zero-copy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79145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47731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473659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  </a:t>
            </a:r>
            <a:pPr indent="0" marL="0">
              <a:buNone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step 4 + ALTER ICEBERG TABLE ... REFRESH; incremental mode copies deltas only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589520" y="1170432"/>
            <a:ext cx="4069080" cy="4572000"/>
          </a:xfrm>
          <a:prstGeom prst="roundRect">
            <a:avLst>
              <a:gd name="adj" fmla="val 1798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18120" y="1325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 edges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18120" y="1737360"/>
            <a:ext cx="3611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 IAM user has ZERO permissions — attach policy before anything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metadata stores absolute paths — never raw-copy a table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 REPLACE EXTERNAL VOLUME mints a new external id — redo trust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staleness is by design — it's the break-even trade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bucket region to the Snowflake account region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docs/runbook-s3-replica.md. Both trust models keyless and revocable in one line.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— ADR index (full records in docs/adr/)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36245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417320" y="1261872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Iceberg as the cross-cloud table format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261872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owns the contract; engine choices stay reversible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69880" y="1417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203704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2103120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catalog federation over replication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copy; option C (replica) kept as the sanctioned fallback — now tested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469880" y="22585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871216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04495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2944368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BigLake (Lakehouse) metastore as the catalog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2944368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IRC + vending; BigQuery reads the same tables; Polaris exit via register_table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69880" y="3099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712464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17320" y="3785616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auth: WIF + credential vending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92240" y="3785616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standing secrets; per-table, expiring storage scope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469880" y="3941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4553712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2960" y="4727448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417320" y="4626864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writer on GCP; read-only consumers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92240" y="4626864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accountable owner; compaction quality = consumer cost lever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69880" y="4782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539496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12700">
            <a:solidFill>
              <a:srgbClr val="D5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B0C4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2960" y="5568696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568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417320" y="5468112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per-query egress + break-even review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92240" y="5468112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day one; replicate hot tables, federate the long tail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69880" y="5623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2026-07-16T14:34:51Z</dcterms:created>
  <dcterms:modified xsi:type="dcterms:W3CDTF">2026-07-16T14:34:51Z</dcterms:modified>
</cp:coreProperties>
</file>