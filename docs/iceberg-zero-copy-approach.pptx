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A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EVALUATION  ·  CROSS-CLOUD ICEBERG  ·  DRAFT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Zero-Copy Federation: Reading GCS Data from Snowflake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skip the copy to S3?  A tested feasibility study, with a recommendation.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124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 Line Up Front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first — the rest of the deck is the evidence behind 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109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done?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49040" y="141732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92240" y="141732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proven end to end — GCS-resident Iceberg read live from Snowflake on AWS, no data copied into Snowflake.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109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7180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it be done?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49040" y="297180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6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CONDITIONALLY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92240" y="29718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GCS must remain the authoritative lake AND Snowflake reads are infrequent. It is not a free win.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34840"/>
            <a:ext cx="111099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52628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49040" y="452628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THE COURSE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92240" y="45262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data is already destined for AWS, land it in S3 and do zero-copy within AWS — which is what the EDW team already does, and it is cheaper.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We Set Out to Answer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pipeline copies data into AWS. Could Snowflake instead read it live from GCS?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Today: copy into AWS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topics stream straight to S3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Iceberg lake lives in S3, in AWS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it zero-copy WITHIN AWS — same region, no cloud boundary crossed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copy is paid once, at ingest; every read after is free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434340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343400"/>
            <a:ext cx="461772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in production. Works, and cheap.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4447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Proposed: read from GCS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the same stream in GCS instead (Dataflow: Pub/Sub source, GCS sink)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Iceberg lake stays in GCS, in GCP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it zero-copy ACROSS clouds — GCS to Snowflake-on-AWS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copy in S3 — but every read now crosses the cloud boundary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46520" y="4343400"/>
            <a:ext cx="498348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4343400"/>
            <a:ext cx="461772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this evaluation. Feasible — with real strings attached.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— Copy to S3, Zero-Copy Within AWS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stream lands in AWS once; Snowflake exposes it without a second copy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920240" cy="3108960"/>
          </a:xfrm>
          <a:prstGeom prst="roundRect">
            <a:avLst>
              <a:gd name="adj" fmla="val 2857"/>
            </a:avLst>
          </a:prstGeom>
          <a:solidFill>
            <a:srgbClr val="EEF6EF"/>
          </a:solidFill>
          <a:ln w="17780">
            <a:solidFill>
              <a:srgbClr val="2E7D4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858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164592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80360"/>
            <a:ext cx="15544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topics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874520"/>
            <a:ext cx="8778240" cy="3108960"/>
          </a:xfrm>
          <a:prstGeom prst="roundRect">
            <a:avLst>
              <a:gd name="adj" fmla="val 1765"/>
            </a:avLst>
          </a:prstGeom>
          <a:solidFill>
            <a:srgbClr val="FFF6EF"/>
          </a:solidFill>
          <a:ln w="17780">
            <a:solidFill>
              <a:srgbClr val="E379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01752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7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E379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Landing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objects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12080" y="2880360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E379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2880360"/>
            <a:ext cx="17373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curated, in S3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06640" y="2788920"/>
            <a:ext cx="2011680" cy="1188720"/>
          </a:xfrm>
          <a:prstGeom prst="roundRect">
            <a:avLst>
              <a:gd name="adj" fmla="val 4615"/>
            </a:avLst>
          </a:prstGeom>
          <a:solidFill>
            <a:srgbClr val="EAF7FB"/>
          </a:solidFill>
          <a:ln w="17780">
            <a:solidFill>
              <a:srgbClr val="29B5E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745236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in place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(exposed, not copied)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784080" y="288036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E379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29800" y="2880360"/>
            <a:ext cx="16002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Tables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consumers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331720" y="3383280"/>
            <a:ext cx="777240" cy="0"/>
          </a:xfrm>
          <a:prstGeom prst="line">
            <a:avLst/>
          </a:prstGeom>
          <a:noFill/>
          <a:ln w="25400">
            <a:solidFill>
              <a:srgbClr val="2E7D4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46320" y="3383280"/>
            <a:ext cx="365760" cy="0"/>
          </a:xfrm>
          <a:prstGeom prst="line">
            <a:avLst/>
          </a:prstGeom>
          <a:noFill/>
          <a:ln w="25400">
            <a:solidFill>
              <a:srgbClr val="E379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40880" y="3383280"/>
            <a:ext cx="365760" cy="0"/>
          </a:xfrm>
          <a:prstGeom prst="line">
            <a:avLst/>
          </a:prstGeom>
          <a:noFill/>
          <a:ln w="25400">
            <a:solidFill>
              <a:srgbClr val="E3793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418320" y="3383280"/>
            <a:ext cx="365760" cy="0"/>
          </a:xfrm>
          <a:prstGeom prst="line">
            <a:avLst/>
          </a:prstGeom>
          <a:noFill/>
          <a:ln w="25400">
            <a:solidFill>
              <a:srgbClr val="29B5E8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148840" y="23957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hop paid ONCE, here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257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lake already lives in S3, Snowflake's read never leaves AWS: same-region, no per-query egress, and it works for every AWS engine — Athena and Redshift included.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Alternative — Keep the Lake in GCS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S3 copy; Snowflake reaches across the cloud boundary on every read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108960"/>
          </a:xfrm>
          <a:prstGeom prst="roundRect">
            <a:avLst>
              <a:gd name="adj" fmla="val 1765"/>
            </a:avLst>
          </a:prstGeom>
          <a:solidFill>
            <a:srgbClr val="EEF6EF"/>
          </a:solidFill>
          <a:ln w="17780">
            <a:solidFill>
              <a:srgbClr val="2E7D46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858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80360"/>
            <a:ext cx="15087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topics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2788920"/>
            <a:ext cx="19659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788920"/>
            <a:ext cx="187452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source,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sink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(streaming)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2788920"/>
            <a:ext cx="1874520" cy="1188720"/>
          </a:xfrm>
          <a:prstGeom prst="roundRect">
            <a:avLst>
              <a:gd name="adj" fmla="val 4615"/>
            </a:avLst>
          </a:prstGeom>
          <a:solidFill>
            <a:srgbClr val="DDEBEA"/>
          </a:solidFill>
          <a:ln w="17780">
            <a:solidFill>
              <a:srgbClr val="2E7D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788920"/>
            <a:ext cx="178308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Iceberg 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BigLake REST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31720" y="3383280"/>
            <a:ext cx="365760" cy="0"/>
          </a:xfrm>
          <a:prstGeom prst="line">
            <a:avLst/>
          </a:prstGeom>
          <a:noFill/>
          <a:ln w="25400">
            <a:solidFill>
              <a:srgbClr val="2E7D4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63440" y="3383280"/>
            <a:ext cx="365760" cy="0"/>
          </a:xfrm>
          <a:prstGeom prst="line">
            <a:avLst/>
          </a:prstGeom>
          <a:noFill/>
          <a:ln w="25400">
            <a:solidFill>
              <a:srgbClr val="2E7D4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321040" y="1874520"/>
            <a:ext cx="3337560" cy="3108960"/>
          </a:xfrm>
          <a:prstGeom prst="roundRect">
            <a:avLst>
              <a:gd name="adj" fmla="val 1765"/>
            </a:avLst>
          </a:prstGeom>
          <a:solidFill>
            <a:srgbClr val="FFF6EF"/>
          </a:solidFill>
          <a:ln w="17780">
            <a:solidFill>
              <a:srgbClr val="E3793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4582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7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732520" y="2788920"/>
            <a:ext cx="2514600" cy="1188720"/>
          </a:xfrm>
          <a:prstGeom prst="roundRect">
            <a:avLst>
              <a:gd name="adj" fmla="val 4615"/>
            </a:avLst>
          </a:prstGeom>
          <a:solidFill>
            <a:srgbClr val="EAF7FB"/>
          </a:solidFill>
          <a:ln w="17780">
            <a:solidFill>
              <a:srgbClr val="29B5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788920"/>
            <a:ext cx="242316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catalog-linked DB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GCS live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3383280"/>
            <a:ext cx="1828800" cy="0"/>
          </a:xfrm>
          <a:prstGeom prst="line">
            <a:avLst/>
          </a:prstGeom>
          <a:noFill/>
          <a:ln w="31750">
            <a:solidFill>
              <a:srgbClr val="C1502E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309360" y="4023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read — egress $ on EVERY query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257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lake stays authoritative in GCS and there is no second copy to maintain — but the cloud boundary is now crossed at read time, so egress is metered per query and only some AWS engines can participate.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Cross-Cloud Read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pieces, no standing credentials anywhere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table format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Apache Iceberg (Parquet + metadata) in GCS. The metadata lets a remote engine discover and plan reads on its own.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5204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2402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Managed REST catalog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7889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BigLake exposes the table over an Iceberg REST endpoint reachable from AWS, and vends short-lived, per-request storage credentials.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155448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Keyless trust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278892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Federation: Snowflake exchanges its own OIDC token for a short-lived GCP token at query time. No service-account key is ever shipped.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17720"/>
            <a:ext cx="11109960" cy="1280160"/>
          </a:xfrm>
          <a:prstGeom prst="roundRect">
            <a:avLst>
              <a:gd name="adj" fmla="val 4286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a Snowflake catalog-linked database over the GCS table. A plain SELECT reads the same Parquet files the producer wrote — no ingest, no ETL, no copy landing in Snowflake's storage.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 1 — Only Some AWS Engines Can Do 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across clouds needs a pluggable storage layer. AWS-native SQL doesn't have one.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4297680"/>
          </a:xfrm>
          <a:prstGeom prst="roundRect">
            <a:avLst>
              <a:gd name="adj" fmla="val 1277"/>
            </a:avLst>
          </a:prstGeom>
          <a:solidFill>
            <a:srgbClr val="EAF7EE"/>
          </a:solidFill>
          <a:ln w="17780">
            <a:solidFill>
              <a:srgbClr val="1E7A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36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read GCS directly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— via a catalog-linked database (tested, working)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Spark, Trino, Flink — via a GCS connector on a pluggable I/O layer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394960" cy="4297680"/>
          </a:xfrm>
          <a:prstGeom prst="roundRect">
            <a:avLst>
              <a:gd name="adj" fmla="val 1277"/>
            </a:avLst>
          </a:prstGeom>
          <a:solidFill>
            <a:srgbClr val="FBEEEA"/>
          </a:solidFill>
          <a:ln w="17780">
            <a:solidFill>
              <a:srgbClr val="C15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5361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— no workaround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19659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Athena — read path is hardcoded to S3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 Spectrum — same S3-bound read path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Glue happily accepts a table pointing at a gs:// path — no error. It fails only at query time.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7780">
            <a:solidFill>
              <a:srgbClr val="C15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Athena or Redshift are on the consumer list, cross-cloud zero-copy is off the table for them — physical copy to S3 is the only option.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 2 — You Pay Egress on Every Scan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pipeline to bill once; the meter runs per query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109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8132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 – 155 / TB scanned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60720" y="1481328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egress, metered by Snowflake under DATA_LAKE plus GCP's own egress. At POC scale it was cents — the point was proving the meter works before production.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EAF7EE"/>
          </a:solidFill>
          <a:ln w="17780">
            <a:solidFill>
              <a:srgbClr val="1E7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 when...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Long-tail tables queried occasionally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scanned bytes stay well under table size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value avoiding a second copy more than a few cents per scan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926080"/>
            <a:ext cx="5394960" cy="2743200"/>
          </a:xfrm>
          <a:prstGeom prst="roundRect">
            <a:avLst>
              <a:gd name="adj" fmla="val 2000"/>
            </a:avLst>
          </a:prstGeom>
          <a:solidFill>
            <a:srgbClr val="FBEEEA"/>
          </a:solidFill>
          <a:ln w="17780">
            <a:solidFill>
              <a:srgbClr val="C15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fine when...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47472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 hammers the same hot table all day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jobs scan terabytes on a schedule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Snowflake's warehouse cache softens repeat reads — but the cache dies on auto-suspend, so bursty use re-pays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Measured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the running POC, not vendor estimates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sec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-&gt; committed Iceberg snapshot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write on the GCP side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508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6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– 10 min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-&gt; visible in Snowflake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against a nominal 30-sec catalog refresh - measure before you promise an SLA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508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15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– 3x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36676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cold-scan read latency vs intra-region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66760" y="26974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round-trips across the cloud boundary; warm cache narrows the gap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11109960" cy="1691640"/>
          </a:xfrm>
          <a:prstGeom prst="roundRect">
            <a:avLst>
              <a:gd name="adj" fmla="val 3243"/>
            </a:avLst>
          </a:prstGeom>
          <a:solidFill>
            <a:srgbClr val="A8F0EE"/>
          </a:solidFill>
          <a:ln w="17780">
            <a:solidFill>
              <a:srgbClr val="6FBF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776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as: freshness is analytics-grade, not real-time; the read is slower than a native Snowflake table but rarely disqualifying; and the cost is a per-query meter, not a fixed line item. All three are acceptable for the right workload and quietly expensive for the wrong one.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— Cross-Cloud Zero-Copy vs Physical Copy to S3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two ways to reach it from Snowflake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0B3D3D"/>
          </a:solidFill>
          <a:ln w="17780">
            <a:solidFill>
              <a:srgbClr val="0B3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3108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3977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zero-copy (GCS)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635240" y="1280160"/>
            <a:ext cx="4023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copy to S3 (today)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37360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movement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1737360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at rest; bytes cross per query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35240" y="1737360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copy at ingest, then none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395728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4F4F3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95728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footprint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395728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copy, in GCS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35240" y="2395728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copies (GCS + S3)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054096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shape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054096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Per-query egress, $90-155/TB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3054096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transfer once, then free reads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712464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4F4F3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712464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reach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12464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/ Spark / Trino only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635240" y="3712464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AWS engine (Athena, Redshift too)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70832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370832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0" y="4370832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~1-10 min lag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35240" y="4370832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fresh as the last sync / ingest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109960" cy="658368"/>
          </a:xfrm>
          <a:prstGeom prst="roundRect">
            <a:avLst>
              <a:gd name="adj" fmla="val 8333"/>
            </a:avLst>
          </a:prstGeom>
          <a:solidFill>
            <a:srgbClr val="F4F4F3"/>
          </a:solidFill>
          <a:ln w="17780">
            <a:solidFill>
              <a:srgbClr val="E0E0D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029200"/>
            <a:ext cx="31089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lake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657600" y="5029200"/>
            <a:ext cx="397764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 GCS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635240" y="5029200"/>
            <a:ext cx="402336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to (or duplicated in) S3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Deciding Insight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data's home already is changes the whole calculation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1099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63040"/>
            <a:ext cx="1056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data is already destined for AWS, the copy is just the ingest — and it happens once.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10561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EDW team already lands the stream in S3. From there, Snowflake reads it zero-copy within AWS: same region, so no Snowflake egress and no cloud-provider egress, and it works for every AWS engine. The cross-cloud GCS approach would trade that away to avoid a second copy — paying egress on every read instead of once at ingest.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AF7EE"/>
          </a:solidFill>
          <a:ln w="17780">
            <a:solidFill>
              <a:srgbClr val="1E7A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657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Cross-cloud GCS wins only when...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must stay the source of truth (GCP-native consumers need it too)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reads are infrequent enough that per-query egress beats a second S3 copy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35204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4F4F3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657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 check: intra-AWS reads are free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7960" y="406908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meters no egress for same-region transfers, and the cloud provider charges none intra-region either. Cross-cloud reads trigger both. Confirmed against Snowflake's data-transfer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325880"/>
            <a:ext cx="5349240" cy="4572000"/>
          </a:xfrm>
          <a:prstGeom prst="roundRect">
            <a:avLst>
              <a:gd name="adj" fmla="val 1200"/>
            </a:avLst>
          </a:prstGeom>
          <a:solidFill>
            <a:srgbClr val="12403C"/>
          </a:solidFill>
          <a:ln w="17780">
            <a:solidFill>
              <a:srgbClr val="2E6B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481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F0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it when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05840" y="196596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is the authoritative lake and GCP-native consumers also read it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consumer is Snowflake, Spark, or Trino — not Athena or Redshift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are long-tail / infrequent, so per-query egress stays small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Avoiding a duplicated copy and a sync pipeline is worth more than the egress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55080" y="1325880"/>
            <a:ext cx="5074920" cy="4572000"/>
          </a:xfrm>
          <a:prstGeom prst="roundRect">
            <a:avLst>
              <a:gd name="adj" fmla="val 1200"/>
            </a:avLst>
          </a:prstGeom>
          <a:solidFill>
            <a:srgbClr val="3A2420"/>
          </a:solidFill>
          <a:ln w="17780">
            <a:solidFill>
              <a:srgbClr val="7A4A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481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the course when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629400" y="1965960"/>
            <a:ext cx="45720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already destined for AWS — land it in S3 and read zero-copy within AWS (what we do today)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Athena or Redshift are on the consumer list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are hot / frequently scanned</a:t>
            </a:r>
            <a:endParaRPr lang="en-US" sz="13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3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fastest reads or lowest, most predictable cost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Net: feasible and proven, but a niche tool. Reach for it to keep GCS authoritative for occasional Snowflake reads — not as a replacement for the S3 path already serving the EDW.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— RUNBOOK: CODE &amp; PROOF</a:t>
            </a:r>
            <a:endParaRPr lang="en-US" sz="4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Step 1 of 5 — Catalog + Storage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API, make the bucket, register a REST catalog with credential vending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23560" cy="4297680"/>
          </a:xfrm>
          <a:prstGeom prst="roundRect">
            <a:avLst>
              <a:gd name="adj" fmla="val 1064"/>
            </a:avLst>
          </a:prstGeom>
          <a:solidFill>
            <a:srgbClr val="0E2A2A"/>
          </a:solidFill>
          <a:ln w="12700">
            <a:solidFill>
              <a:srgbClr val="0E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99616"/>
            <a:ext cx="529437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API, make the bucket,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register the REST catalog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gcloud services enable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biglake.googleapis.com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gsutil mb -l $REGION gs://$BUCKET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gcloud biglake iceberg catalogs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 $BUCKET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--catalog-type gcs-bucket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--credential-mode vended-credentials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grant the catalog runtime SA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storage.objectUser on the bucket</a:t>
            </a:r>
            <a:endParaRPr lang="en-US" sz="950" dirty="0"/>
          </a:p>
        </p:txBody>
      </p:sp>
      <p:pic>
        <p:nvPicPr>
          <p:cNvPr id="7" name="Image 0" descr="C:/Users/jerem/AppData/Local/Temp/claude/C--claude/ae2a9827-8b94-4dcd-a82b-a6eb63227025/scratchpad/redacted-gcs_bucket_for__icebe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3064653"/>
            <a:ext cx="5394960" cy="1800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55080" y="507492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GCS bucket now backing the catalog.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Step 2 of 5 — Write the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cannot DDL here — Spark (Dataproc Serverless) creates and loads the table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23560" cy="4297680"/>
          </a:xfrm>
          <a:prstGeom prst="roundRect">
            <a:avLst>
              <a:gd name="adj" fmla="val 1064"/>
            </a:avLst>
          </a:prstGeom>
          <a:solidFill>
            <a:srgbClr val="0E2A2A"/>
          </a:solidFill>
          <a:ln w="12700">
            <a:solidFill>
              <a:srgbClr val="0E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99616"/>
            <a:ext cx="529437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Spark writes the Iceberg table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via the same REST catalog.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spark.sql("CREATE NAMESPACE IF NOT "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"EXISTS shared_aws")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spark.sql("""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 TABLE shared_aws.orders (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order_id  BIGINT,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  STRING,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amount    DECIMAL(10,2),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order_ts  TIMESTAMP )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USING iceberg""")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INSERT rows, submit as a batch</a:t>
            </a:r>
            <a:endParaRPr lang="en-US" sz="950" dirty="0"/>
          </a:p>
        </p:txBody>
      </p:sp>
      <p:pic>
        <p:nvPicPr>
          <p:cNvPr id="7" name="Image 0" descr="C:/Users/jerem/AppData/Local/Temp/claude/C--claude/ae2a9827-8b94-4dcd-a82b-a6eb63227025/scratchpad/redacted-gcs_bucket_for__iceberg_zero_copy_pa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275251"/>
            <a:ext cx="5394960" cy="1758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55080" y="507492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write: metadata/ and data/ — a plain, open Iceberg table.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Step 3 of 5 — Keyless Trust (WIF)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Snowflake's issuer becomes a GCP workload-identity pool; no key is ever shipped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23560" cy="4297680"/>
          </a:xfrm>
          <a:prstGeom prst="roundRect">
            <a:avLst>
              <a:gd name="adj" fmla="val 1064"/>
            </a:avLst>
          </a:prstGeom>
          <a:solidFill>
            <a:srgbClr val="0E2A2A"/>
          </a:solidFill>
          <a:ln w="12700">
            <a:solidFill>
              <a:srgbClr val="0E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99616"/>
            <a:ext cx="529437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issuer URL from Snowflake: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SELECT SYSTEM$GET_WORKLOAD_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IDENTITY_ISSUER_URL();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gcloud iam workload-identity-pools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 $POOL_ID --location global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gcloud iam workload-identity-pools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providers create-oidc $PROVIDER_ID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--workload-identity-pool $POOL_ID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--location global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--issuer-uri "&lt;ISSUER_URL&gt;"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--attribute-mapping \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"google.subject=assertion.sub"</a:t>
            </a:r>
            <a:endParaRPr lang="en-US" sz="950" dirty="0"/>
          </a:p>
        </p:txBody>
      </p:sp>
      <p:pic>
        <p:nvPicPr>
          <p:cNvPr id="7" name="Image 0" descr="C:/Users/jerem/Desktop/zc/gcp_wif_for_snowflake_conn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053757"/>
            <a:ext cx="5394960" cy="22018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55080" y="507492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pool, active — a token exchange fires on every query.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Step 4 of 5 — Catalog Integration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Snowflake side: a token-exchange integration against the same catalog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23560" cy="4297680"/>
          </a:xfrm>
          <a:prstGeom prst="roundRect">
            <a:avLst>
              <a:gd name="adj" fmla="val 1064"/>
            </a:avLst>
          </a:prstGeom>
          <a:solidFill>
            <a:srgbClr val="0E2A2A"/>
          </a:solidFill>
          <a:ln w="12700">
            <a:solidFill>
              <a:srgbClr val="0E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99616"/>
            <a:ext cx="529437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CATALOG INTEGRATION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biglake_int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CATALOG_SOURCE = ICEBERG_REST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TABLE_FORMAT   = ICEBERG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REST_CONFIG = (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CATALOG_URI  = 'https://biglake...',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CATALOG_NAME = 'gs://&lt;BUCKET&gt;',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ACCESS_DELEGATION_MODE =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VENDED_CREDENTIALS )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REST_AUTHENTICATION = (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 = OAUTH,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OAUTH_GRANT_TYPE = TOKEN_EXCHANGE...)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ENABLED = TRUE;</a:t>
            </a:r>
            <a:endParaRPr lang="en-US" sz="950" dirty="0"/>
          </a:p>
        </p:txBody>
      </p:sp>
      <p:pic>
        <p:nvPicPr>
          <p:cNvPr id="7" name="Image 0" descr="C:/Users/jerem/AppData/Local/Temp/claude/C--claude/ae2a9827-8b94-4dcd-a82b-a6eb63227025/scratchpad/redacted-gcp_iceberg_table_registed_in_bigl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810836"/>
            <a:ext cx="5394960" cy="6876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55080" y="507492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registered table, discoverable through the catalog (here, queried from BigQuery).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Step 5 of 5 — Linked DB + Read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catalog-linked database, then a plain SELECT — the zero-copy payoff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623560" cy="4297680"/>
          </a:xfrm>
          <a:prstGeom prst="roundRect">
            <a:avLst>
              <a:gd name="adj" fmla="val 1064"/>
            </a:avLst>
          </a:prstGeom>
          <a:solidFill>
            <a:srgbClr val="0E2A2A"/>
          </a:solidFill>
          <a:ln w="12700">
            <a:solidFill>
              <a:srgbClr val="0E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99616"/>
            <a:ext cx="529437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DATABASE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shared_gcp_data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LINKED_CATALOG = (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CATALOG = 'biglake_int' );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discovery is async; wait ~1 min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shared_gcp_data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.shared_aws.orders;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F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rows back = zero-copy read works</a:t>
            </a:r>
            <a:endParaRPr lang="en-US" sz="950" dirty="0"/>
          </a:p>
        </p:txBody>
      </p:sp>
      <p:pic>
        <p:nvPicPr>
          <p:cNvPr id="7" name="Image 0" descr="C:/Users/jerem/Desktop/zc/data_zero_copy_snowflake_s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9028"/>
            <a:ext cx="5394960" cy="19113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55080" y="5074920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SELECT in Snowflake — GCS-resident data, read live, no copy.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Sharp Edges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non-obvious failures we hit, so you don't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10996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7780">
            <a:solidFill>
              <a:srgbClr val="D8D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91056"/>
            <a:ext cx="365760" cy="36576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91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527048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SA storage grant is NOT automatic   </a:t>
            </a:r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catalog's auto-provisioned service account needs an explicit storage.objectUser grant on the bucket, or vending fails.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2350008"/>
            <a:ext cx="365760" cy="36576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28600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Snowflake principal needs more than read   </a:t>
            </a:r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needs rights to use the project's billed APIs (serviceusage.serviceUsageConsumer) for the x-goog-user-project header.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108960"/>
            <a:ext cx="365760" cy="36576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71600" y="3044952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OR REPLACE mints a NEW trust subject   </a:t>
            </a:r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replace of the catalog integration invalidates prior IAM grants — re-grant the new subject and remove the old.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3867912"/>
            <a:ext cx="365760" cy="36576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3803904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 credentials must be explicitly enabled   </a:t>
            </a:r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ACCESS_DELEGATION_MODE = VENDED_CREDENTIALS the catalog-linked database refuses to create.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626864"/>
            <a:ext cx="365760" cy="365760"/>
          </a:xfrm>
          <a:prstGeom prst="ellipse">
            <a:avLst/>
          </a:prstGeom>
          <a:solidFill>
            <a:srgbClr val="C1502E"/>
          </a:solidFill>
          <a:ln w="12700">
            <a:solidFill>
              <a:srgbClr val="C15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71600" y="4562856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is asynchronous   </a:t>
            </a:r>
            <a:pPr indent="0" marL="0">
              <a:buNone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does not appear the instant the linked database is created — give it about a minute.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2026-07-21T00:49:18Z</dcterms:created>
  <dcterms:modified xsi:type="dcterms:W3CDTF">2026-07-21T00:49:18Z</dcterms:modified>
</cp:coreProperties>
</file>