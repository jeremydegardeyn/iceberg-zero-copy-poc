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A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EVALUATION  ·  CROSS-CLOUD ICEBERG  ·  DRAFT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05740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Zero-Copy Federation: Reading GCS Data from Snowflake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41248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we skip the copy to S3?  A tested feasibility study, with a recommendation.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4124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  · 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Bottom Line Up Front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 first — the rest of the deck is the evidence behind it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111099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17320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it be done?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749040" y="1417320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7A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YES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492240" y="1417320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proven end to end — GCS-resident Iceberg read live from Snowflake on AWS, no data copied into Snowflake.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111099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971800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it be done?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749040" y="2971800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67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CONDITIONALLY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492240" y="2971800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GCS must remain the authoritative lake AND Snowflake reads are infrequent. It is not a free win.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434840"/>
            <a:ext cx="111099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526280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recommendation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749040" y="4526280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 THE COURSE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492240" y="4526280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data is already destined for AWS, land it in S3 and do zero-copy within AWS — which is what the EDW team already does, and it is cheaper.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We Set Out to Answer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the pipeline copies data into AWS. Could Snowflake instead read it live from GCS?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5440680" cy="4480560"/>
          </a:xfrm>
          <a:prstGeom prst="roundRect">
            <a:avLst>
              <a:gd name="adj" fmla="val 1224"/>
            </a:avLst>
          </a:prstGeom>
          <a:solidFill>
            <a:srgbClr val="FFFFFF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447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Today: copy into AWS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196596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Pub/Sub topics stream straight to S3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Iceberg lake lives in S3, in AWS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reads it zero-copy WITHIN AWS — same region, no cloud boundary crossed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copy is paid once, at ingest; every read after is free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77240" y="4343400"/>
            <a:ext cx="4983480" cy="1234440"/>
          </a:xfrm>
          <a:prstGeom prst="roundRect">
            <a:avLst>
              <a:gd name="adj" fmla="val 4444"/>
            </a:avLst>
          </a:prstGeom>
          <a:solidFill>
            <a:srgbClr val="F4F4F3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4343400"/>
            <a:ext cx="4617720" cy="12344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in production. Works, and cheap.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40680" cy="4480560"/>
          </a:xfrm>
          <a:prstGeom prst="roundRect">
            <a:avLst>
              <a:gd name="adj" fmla="val 1224"/>
            </a:avLst>
          </a:prstGeom>
          <a:solidFill>
            <a:srgbClr val="A8F0EE"/>
          </a:solidFill>
          <a:ln w="17780">
            <a:solidFill>
              <a:srgbClr val="6FBF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14447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Proposed: read from GCS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92240" y="196596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the same stream in GCS instead (Dataflow: Pub/Sub source, GCS sink)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Iceberg lake stays in GCS, in GCP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reads it zero-copy ACROSS clouds — GCS to Snowflake-on-AWS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second copy in S3 — but every read now crosses the cloud boundary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46520" y="4343400"/>
            <a:ext cx="498348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7780">
            <a:solidFill>
              <a:srgbClr val="6FBFB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4343400"/>
            <a:ext cx="4617720" cy="12344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this evaluation. Feasible — with real strings attached.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Current State — Copy to S3, Zero-Copy Within AWS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stream lands in AWS once; Snowflake exposes it without a second copy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920240" cy="3108960"/>
          </a:xfrm>
          <a:prstGeom prst="roundRect">
            <a:avLst>
              <a:gd name="adj" fmla="val 2857"/>
            </a:avLst>
          </a:prstGeom>
          <a:solidFill>
            <a:srgbClr val="EEF6EF"/>
          </a:solidFill>
          <a:ln w="17780">
            <a:solidFill>
              <a:srgbClr val="2E7D46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685800" y="1965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85800" y="2880360"/>
            <a:ext cx="164592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7780">
            <a:solidFill>
              <a:srgbClr val="2E7D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880360"/>
            <a:ext cx="155448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Pub/Sub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topics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80360" y="1874520"/>
            <a:ext cx="8778240" cy="3108960"/>
          </a:xfrm>
          <a:prstGeom prst="roundRect">
            <a:avLst>
              <a:gd name="adj" fmla="val 1765"/>
            </a:avLst>
          </a:prstGeom>
          <a:solidFill>
            <a:srgbClr val="FFF6EF"/>
          </a:solidFill>
          <a:ln w="17780">
            <a:solidFill>
              <a:srgbClr val="E3793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3017520" y="1965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37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08960" y="2880360"/>
            <a:ext cx="17373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7780">
            <a:solidFill>
              <a:srgbClr val="E379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54680" y="2880360"/>
            <a:ext cx="164592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Landing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objects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212080" y="2880360"/>
            <a:ext cx="182880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7780">
            <a:solidFill>
              <a:srgbClr val="E379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57800" y="2880360"/>
            <a:ext cx="173736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Iceberg Lake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curated, in S3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406640" y="2788920"/>
            <a:ext cx="2011680" cy="1188720"/>
          </a:xfrm>
          <a:prstGeom prst="roundRect">
            <a:avLst>
              <a:gd name="adj" fmla="val 4615"/>
            </a:avLst>
          </a:prstGeom>
          <a:solidFill>
            <a:srgbClr val="EAF7FB"/>
          </a:solidFill>
          <a:ln w="17780">
            <a:solidFill>
              <a:srgbClr val="29B5E8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7452360" y="2788920"/>
            <a:ext cx="192024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in place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(exposed, not copied)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784080" y="2880360"/>
            <a:ext cx="16916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7780">
            <a:solidFill>
              <a:srgbClr val="E379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29800" y="2880360"/>
            <a:ext cx="160020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Tables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/ consumers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331720" y="3383280"/>
            <a:ext cx="777240" cy="0"/>
          </a:xfrm>
          <a:prstGeom prst="line">
            <a:avLst/>
          </a:prstGeom>
          <a:noFill/>
          <a:ln w="25400">
            <a:solidFill>
              <a:srgbClr val="2E7D46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846320" y="3383280"/>
            <a:ext cx="365760" cy="0"/>
          </a:xfrm>
          <a:prstGeom prst="line">
            <a:avLst/>
          </a:prstGeom>
          <a:noFill/>
          <a:ln w="25400">
            <a:solidFill>
              <a:srgbClr val="E37933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040880" y="3383280"/>
            <a:ext cx="365760" cy="0"/>
          </a:xfrm>
          <a:prstGeom prst="line">
            <a:avLst/>
          </a:prstGeom>
          <a:noFill/>
          <a:ln w="25400">
            <a:solidFill>
              <a:srgbClr val="E3793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418320" y="3383280"/>
            <a:ext cx="365760" cy="0"/>
          </a:xfrm>
          <a:prstGeom prst="line">
            <a:avLst/>
          </a:prstGeom>
          <a:noFill/>
          <a:ln w="25400">
            <a:solidFill>
              <a:srgbClr val="29B5E8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2148840" y="239572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cross-cloud hop paid ONCE, here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5257800"/>
            <a:ext cx="11109960" cy="777240"/>
          </a:xfrm>
          <a:prstGeom prst="roundRect">
            <a:avLst>
              <a:gd name="adj" fmla="val 7059"/>
            </a:avLst>
          </a:prstGeom>
          <a:solidFill>
            <a:srgbClr val="F4F4F3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52578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lake already lives in S3, Snowflake's read never leaves AWS: same-region, no per-query egress, and it works for every AWS engine — Athena and Redshift included.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Alternative — Keep the Lake in GCS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S3 copy; Snowflake reaches across the cloud boundary on every read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7315200" cy="3108960"/>
          </a:xfrm>
          <a:prstGeom prst="roundRect">
            <a:avLst>
              <a:gd name="adj" fmla="val 1765"/>
            </a:avLst>
          </a:prstGeom>
          <a:solidFill>
            <a:srgbClr val="EEF6EF"/>
          </a:solidFill>
          <a:ln w="17780">
            <a:solidFill>
              <a:srgbClr val="2E7D46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685800" y="1965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880360"/>
            <a:ext cx="160020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7780">
            <a:solidFill>
              <a:srgbClr val="2E7D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880360"/>
            <a:ext cx="150876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Pub/Sub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topics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97480" y="2788920"/>
            <a:ext cx="196596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7780">
            <a:solidFill>
              <a:srgbClr val="2E7D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0" y="2788920"/>
            <a:ext cx="187452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Dataflow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Pub/Sub source,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GCS sink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(streaming)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0" y="2788920"/>
            <a:ext cx="1874520" cy="1188720"/>
          </a:xfrm>
          <a:prstGeom prst="roundRect">
            <a:avLst>
              <a:gd name="adj" fmla="val 4615"/>
            </a:avLst>
          </a:prstGeom>
          <a:solidFill>
            <a:srgbClr val="DDEBEA"/>
          </a:solidFill>
          <a:ln w="17780">
            <a:solidFill>
              <a:srgbClr val="2E7D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74920" y="2788920"/>
            <a:ext cx="178308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GCS Iceberg Lake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BigLake REST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331720" y="3383280"/>
            <a:ext cx="365760" cy="0"/>
          </a:xfrm>
          <a:prstGeom prst="line">
            <a:avLst/>
          </a:prstGeom>
          <a:noFill/>
          <a:ln w="25400">
            <a:solidFill>
              <a:srgbClr val="2E7D46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663440" y="3383280"/>
            <a:ext cx="365760" cy="0"/>
          </a:xfrm>
          <a:prstGeom prst="line">
            <a:avLst/>
          </a:prstGeom>
          <a:noFill/>
          <a:ln w="25400">
            <a:solidFill>
              <a:srgbClr val="2E7D4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321040" y="1874520"/>
            <a:ext cx="3337560" cy="3108960"/>
          </a:xfrm>
          <a:prstGeom prst="roundRect">
            <a:avLst>
              <a:gd name="adj" fmla="val 1765"/>
            </a:avLst>
          </a:prstGeom>
          <a:solidFill>
            <a:srgbClr val="FFF6EF"/>
          </a:solidFill>
          <a:ln w="17780">
            <a:solidFill>
              <a:srgbClr val="E3793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8458200" y="1965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37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732520" y="2788920"/>
            <a:ext cx="2514600" cy="1188720"/>
          </a:xfrm>
          <a:prstGeom prst="roundRect">
            <a:avLst>
              <a:gd name="adj" fmla="val 4615"/>
            </a:avLst>
          </a:prstGeom>
          <a:solidFill>
            <a:srgbClr val="EAF7FB"/>
          </a:solidFill>
          <a:ln w="17780">
            <a:solidFill>
              <a:srgbClr val="29B5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78240" y="2788920"/>
            <a:ext cx="242316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catalog-linked DB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GCS live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903720" y="3383280"/>
            <a:ext cx="1828800" cy="0"/>
          </a:xfrm>
          <a:prstGeom prst="line">
            <a:avLst/>
          </a:prstGeom>
          <a:noFill/>
          <a:ln w="31750">
            <a:solidFill>
              <a:srgbClr val="C1502E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6309360" y="4023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i="1" dirty="0">
                <a:solidFill>
                  <a:srgbClr val="C15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cross-cloud read — egress $ on EVERY query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5257800"/>
            <a:ext cx="11109960" cy="777240"/>
          </a:xfrm>
          <a:prstGeom prst="roundRect">
            <a:avLst>
              <a:gd name="adj" fmla="val 7059"/>
            </a:avLst>
          </a:prstGeom>
          <a:solidFill>
            <a:srgbClr val="F4F4F3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2578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lake stays authoritative in GCS and there is no second copy to maintain — but the cloud boundary is now crossed at read time, so egress is metered per query and only some AWS engines can participate.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Cross-Cloud Read Works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pieces, no standing credentials anywhere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2044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554480"/>
            <a:ext cx="502920" cy="502920"/>
          </a:xfrm>
          <a:prstGeom prst="ellipse">
            <a:avLst/>
          </a:prstGeom>
          <a:solidFill>
            <a:srgbClr val="0F5C56"/>
          </a:solidFill>
          <a:ln w="12700">
            <a:solidFill>
              <a:srgbClr val="0F5C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24028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table format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278892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is Apache Iceberg (Parquet + metadata) in GCS. The metadata lets a remote engine discover and plan reads on its own.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371600"/>
            <a:ext cx="352044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1554480"/>
            <a:ext cx="502920" cy="502920"/>
          </a:xfrm>
          <a:prstGeom prst="ellipse">
            <a:avLst/>
          </a:prstGeom>
          <a:solidFill>
            <a:srgbClr val="0F5C56"/>
          </a:solidFill>
          <a:ln w="12700">
            <a:solidFill>
              <a:srgbClr val="0F5C5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0" y="224028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Managed REST catalog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0" y="278892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BigLake exposes the table over an Iceberg REST endpoint reachable from AWS, and vends short-lived, per-request storage credentials.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38160" y="1371600"/>
            <a:ext cx="352044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66760" y="1554480"/>
            <a:ext cx="502920" cy="502920"/>
          </a:xfrm>
          <a:prstGeom prst="ellipse">
            <a:avLst/>
          </a:prstGeom>
          <a:solidFill>
            <a:srgbClr val="0F5C56"/>
          </a:solidFill>
          <a:ln w="12700">
            <a:solidFill>
              <a:srgbClr val="0F5C5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6676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66760" y="224028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Keyless trust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66760" y="278892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Identity Federation: Snowflake exchanges its own OIDC token for a short-lived GCP token at query time. No service-account key is ever shipped.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617720"/>
            <a:ext cx="11109960" cy="1280160"/>
          </a:xfrm>
          <a:prstGeom prst="roundRect">
            <a:avLst>
              <a:gd name="adj" fmla="val 4286"/>
            </a:avLst>
          </a:prstGeom>
          <a:solidFill>
            <a:srgbClr val="A8F0EE"/>
          </a:solidFill>
          <a:ln w="17780">
            <a:solidFill>
              <a:srgbClr val="6FBF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46177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result: a Snowflake catalog-linked database over the GCS table. A plain SELECT reads the same Parquet files the producer wrote — no ingest, no ETL, no copy landing in Snowflake's storage.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 1 — Only Some AWS Engines Can Do 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Zero-copy across clouds needs a pluggable storage layer. AWS-native SQL doesn't have one.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394960" cy="4297680"/>
          </a:xfrm>
          <a:prstGeom prst="roundRect">
            <a:avLst>
              <a:gd name="adj" fmla="val 1277"/>
            </a:avLst>
          </a:prstGeom>
          <a:solidFill>
            <a:srgbClr val="EAF7EE"/>
          </a:solidFill>
          <a:ln w="17780">
            <a:solidFill>
              <a:srgbClr val="1E7A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3619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read GCS directly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6596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— via a catalog-linked database (tested, working)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Spark, Trino, Flink — via a GCS connector on a pluggable I/O layer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371600"/>
            <a:ext cx="5394960" cy="4297680"/>
          </a:xfrm>
          <a:prstGeom prst="roundRect">
            <a:avLst>
              <a:gd name="adj" fmla="val 1277"/>
            </a:avLst>
          </a:prstGeom>
          <a:solidFill>
            <a:srgbClr val="FBEEEA"/>
          </a:solidFill>
          <a:ln w="17780">
            <a:solidFill>
              <a:srgbClr val="C150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153619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15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— no workaround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37960" y="196596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Athena — read path is hardcoded to S3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Redshift Spectrum — same S3-bound read path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trap: Glue happily accepts a table pointing at a gs:// path — no error. It fails only at query time.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4709160"/>
            <a:ext cx="53949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7780">
            <a:solidFill>
              <a:srgbClr val="C150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47091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Athena or Redshift are on the consumer list, cross-cloud zero-copy is off the table for them — physical copy to S3 is the only option.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 2 — You Pay Egress on Every Scan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pipeline to bill once; the meter runs per query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10996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81328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15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$90 – 155 / TB scanned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760720" y="1481328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Cross-cloud egress, metered by Snowflake under DATA_LAKE plus GCP's own egress. At POC scale it was cents — the point was proving the meter works before production.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5394960" cy="2743200"/>
          </a:xfrm>
          <a:prstGeom prst="roundRect">
            <a:avLst>
              <a:gd name="adj" fmla="val 2000"/>
            </a:avLst>
          </a:prstGeom>
          <a:solidFill>
            <a:srgbClr val="EAF7EE"/>
          </a:solidFill>
          <a:ln w="17780">
            <a:solidFill>
              <a:srgbClr val="1E7A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063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7A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Fine when...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47472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Long-tail tables queried occasionally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scanned bytes stay well under table size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value avoiding a second copy more than a few cents per scan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2926080"/>
            <a:ext cx="5394960" cy="2743200"/>
          </a:xfrm>
          <a:prstGeom prst="roundRect">
            <a:avLst>
              <a:gd name="adj" fmla="val 2000"/>
            </a:avLst>
          </a:prstGeom>
          <a:solidFill>
            <a:srgbClr val="FBEEEA"/>
          </a:solidFill>
          <a:ln w="17780">
            <a:solidFill>
              <a:srgbClr val="C150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3063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15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fine when...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347472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dashboard hammers the same hot table all day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jobs scan terabytes on a schedule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Snowflake's warehouse cache softens repeat reads — but the cache dies on auto-suspend, so bursty use re-pays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Measured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from the running POC, not vendor estimates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2044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087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 sec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77240" y="2194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-&gt; committed Iceberg snapshot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26974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write on the GCP side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1371600"/>
            <a:ext cx="352044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5087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67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– 10 min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4572000" y="2194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-&gt; visible in Snowflake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0" y="26974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observed, against a nominal 30-sec catalog refresh - measure before you promise an SLA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1371600"/>
            <a:ext cx="352044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66760" y="15087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15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~1.5 – 3x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8366760" y="2194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cold-scan read latency vs intra-region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366760" y="26974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round-trips across the cloud boundary; warm cache narrows the gap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977640"/>
            <a:ext cx="11109960" cy="1691640"/>
          </a:xfrm>
          <a:prstGeom prst="roundRect">
            <a:avLst>
              <a:gd name="adj" fmla="val 3243"/>
            </a:avLst>
          </a:prstGeom>
          <a:solidFill>
            <a:srgbClr val="A8F0EE"/>
          </a:solidFill>
          <a:ln w="17780">
            <a:solidFill>
              <a:srgbClr val="6FBF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3977640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as: freshness is analytics-grade, not real-time; the read is slower than a native Snowflake table but rarely disqualifying; and the cost is a per-query meter, not a fixed line item. All three are acceptable for the right workload and quietly expensive for the wrong one.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Trade-Offs — Cross-Cloud Zero-Copy vs Physical Copy to S3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table, two ways to reach it from Snowflake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11109960" cy="457200"/>
          </a:xfrm>
          <a:prstGeom prst="roundRect">
            <a:avLst>
              <a:gd name="adj" fmla="val 12000"/>
            </a:avLst>
          </a:prstGeom>
          <a:solidFill>
            <a:srgbClr val="0B3D3D"/>
          </a:solidFill>
          <a:ln w="17780">
            <a:solidFill>
              <a:srgbClr val="0B3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280160"/>
            <a:ext cx="31089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3977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Cross-cloud zero-copy (GCS)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635240" y="1280160"/>
            <a:ext cx="40233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copy to S3 (today)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111099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E0E0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737360"/>
            <a:ext cx="310896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movement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0" y="1737360"/>
            <a:ext cx="397764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at rest; bytes cross per query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635240" y="1737360"/>
            <a:ext cx="402336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copy at ingest, then none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395728"/>
            <a:ext cx="11109960" cy="658368"/>
          </a:xfrm>
          <a:prstGeom prst="roundRect">
            <a:avLst>
              <a:gd name="adj" fmla="val 8333"/>
            </a:avLst>
          </a:prstGeom>
          <a:solidFill>
            <a:srgbClr val="F4F4F3"/>
          </a:solidFill>
          <a:ln w="17780">
            <a:solidFill>
              <a:srgbClr val="E0E0D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395728"/>
            <a:ext cx="310896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footprint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0" y="2395728"/>
            <a:ext cx="397764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copy, in GCS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635240" y="2395728"/>
            <a:ext cx="402336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copies (GCS + S3)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054096"/>
            <a:ext cx="111099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E0E0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054096"/>
            <a:ext cx="310896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shape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0" y="3054096"/>
            <a:ext cx="397764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Per-query egress, $90-155/TB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635240" y="3054096"/>
            <a:ext cx="402336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transfer once, then free reads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712464"/>
            <a:ext cx="11109960" cy="658368"/>
          </a:xfrm>
          <a:prstGeom prst="roundRect">
            <a:avLst>
              <a:gd name="adj" fmla="val 8333"/>
            </a:avLst>
          </a:prstGeom>
          <a:solidFill>
            <a:srgbClr val="F4F4F3"/>
          </a:solidFill>
          <a:ln w="17780">
            <a:solidFill>
              <a:srgbClr val="E0E0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712464"/>
            <a:ext cx="310896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reach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657600" y="3712464"/>
            <a:ext cx="397764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/ Spark / Trino only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635240" y="3712464"/>
            <a:ext cx="402336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AWS engine (Athena, Redshift too)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370832"/>
            <a:ext cx="111099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E0E0D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4370832"/>
            <a:ext cx="310896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Freshness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657600" y="4370832"/>
            <a:ext cx="397764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Live, ~1-10 min lag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635240" y="4370832"/>
            <a:ext cx="402336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fresh as the last sync / ingest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109960" cy="658368"/>
          </a:xfrm>
          <a:prstGeom prst="roundRect">
            <a:avLst>
              <a:gd name="adj" fmla="val 8333"/>
            </a:avLst>
          </a:prstGeom>
          <a:solidFill>
            <a:srgbClr val="F4F4F3"/>
          </a:solidFill>
          <a:ln w="17780">
            <a:solidFill>
              <a:srgbClr val="E0E0D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5029200"/>
            <a:ext cx="310896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lake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657600" y="5029200"/>
            <a:ext cx="397764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 in GCS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635240" y="5029200"/>
            <a:ext cx="402336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to (or duplicated in) S3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Deciding Insight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data's home already is changes the whole calculation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1110996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63040"/>
            <a:ext cx="10561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the data is already destined for AWS, the copy is just the ingest — and it happens once.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1965960"/>
            <a:ext cx="10561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EDW team already lands the stream in S3. From there, Snowflake reads it zero-copy within AWS: same region, so no Snowflake egress and no cloud-provider egress, and it works for every AWS engine. The cross-cloud GCS approach would trade that away to avoid a second copy — paying egress on every read instead of once at ingest.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5394960" cy="2148840"/>
          </a:xfrm>
          <a:prstGeom prst="roundRect">
            <a:avLst>
              <a:gd name="adj" fmla="val 2553"/>
            </a:avLst>
          </a:prstGeom>
          <a:solidFill>
            <a:srgbClr val="EAF7EE"/>
          </a:solidFill>
          <a:ln w="17780">
            <a:solidFill>
              <a:srgbClr val="1E7A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657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7A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Cross-cloud GCS wins only when...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4069080"/>
            <a:ext cx="4846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GCS must stay the source of truth (GCP-native consumers need it too)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reads are infrequent enough that per-query egress beats a second S3 copy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3520440"/>
            <a:ext cx="5394960" cy="2148840"/>
          </a:xfrm>
          <a:prstGeom prst="roundRect">
            <a:avLst>
              <a:gd name="adj" fmla="val 2553"/>
            </a:avLst>
          </a:prstGeom>
          <a:solidFill>
            <a:srgbClr val="F4F4F3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3657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 check: intra-AWS reads are free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37960" y="4069080"/>
            <a:ext cx="4846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meters no egress for same-region transfers, and the cloud provider charges none intra-region either. Cross-cloud reads trigger both. Confirmed against Snowflake's data-transfer documentation.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2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325880"/>
            <a:ext cx="5349240" cy="4572000"/>
          </a:xfrm>
          <a:prstGeom prst="roundRect">
            <a:avLst>
              <a:gd name="adj" fmla="val 1200"/>
            </a:avLst>
          </a:prstGeom>
          <a:solidFill>
            <a:srgbClr val="12403C"/>
          </a:solidFill>
          <a:ln w="17780">
            <a:solidFill>
              <a:srgbClr val="2E6B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14813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8F0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it when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05840" y="1965960"/>
            <a:ext cx="48006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E4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GCS is the authoritative lake and GCP-native consumers also read it</a:t>
            </a:r>
            <a:endParaRPr lang="en-US" sz="13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E4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consumer is Snowflake, Spark, or Trino — not Athena or Redshift</a:t>
            </a:r>
            <a:endParaRPr lang="en-US" sz="13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E4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are long-tail / infrequent, so per-query egress stays small</a:t>
            </a:r>
            <a:endParaRPr lang="en-US" sz="13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E4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Avoiding a duplicated copy and a sync pipeline is worth more than the egress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355080" y="1325880"/>
            <a:ext cx="5074920" cy="4572000"/>
          </a:xfrm>
          <a:prstGeom prst="roundRect">
            <a:avLst>
              <a:gd name="adj" fmla="val 1200"/>
            </a:avLst>
          </a:prstGeom>
          <a:solidFill>
            <a:srgbClr val="3A2420"/>
          </a:solidFill>
          <a:ln w="17780">
            <a:solidFill>
              <a:srgbClr val="7A4A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29400" y="14813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B4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 the course when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629400" y="1965960"/>
            <a:ext cx="45720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F3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is already destined for AWS — land it in S3 and read zero-copy within AWS (what we do today)</a:t>
            </a:r>
            <a:endParaRPr lang="en-US" sz="13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F3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Athena or Redshift are on the consumer list</a:t>
            </a:r>
            <a:endParaRPr lang="en-US" sz="13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F3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are hot / frequently scanned</a:t>
            </a:r>
            <a:endParaRPr lang="en-US" sz="13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F3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the fastest reads or lowest, most predictable cost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Net: feasible and proven, but a niche tool. Reach for it to keep GCS authoritative for occasional Snowflake reads — not as a replacement for the S3 path already serving the EDW.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D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8346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— RUNBOOK &amp; PROOF</a:t>
            </a:r>
            <a:endParaRPr lang="en-US" sz="4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A — Runbook (Zero-Copy Federation)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build, condensed; sharp edges on the right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4360" y="1307592"/>
            <a:ext cx="384048" cy="384048"/>
          </a:xfrm>
          <a:prstGeom prst="ellipse">
            <a:avLst/>
          </a:prstGeom>
          <a:solidFill>
            <a:srgbClr val="0F5C56"/>
          </a:solidFill>
          <a:ln w="12700">
            <a:solidFill>
              <a:srgbClr val="0F5C5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307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43000" y="1261872"/>
            <a:ext cx="6126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+ storage   </a:t>
            </a:r>
            <a:pPr indent="0" marL="0">
              <a:buNone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BigLake, create the GCS bucket, register a REST catalog with credential vending on.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94360" y="2057400"/>
            <a:ext cx="384048" cy="384048"/>
          </a:xfrm>
          <a:prstGeom prst="ellipse">
            <a:avLst/>
          </a:prstGeom>
          <a:solidFill>
            <a:srgbClr val="0F5C56"/>
          </a:solidFill>
          <a:ln w="12700">
            <a:solidFill>
              <a:srgbClr val="0F5C5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43000" y="2011680"/>
            <a:ext cx="6126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table   </a:t>
            </a:r>
            <a:pPr indent="0" marL="0">
              <a:buNone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(Dataproc Serverless) creates the namespace + Iceberg table and does the initial load.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4360" y="2807208"/>
            <a:ext cx="384048" cy="384048"/>
          </a:xfrm>
          <a:prstGeom prst="ellipse">
            <a:avLst/>
          </a:prstGeom>
          <a:solidFill>
            <a:srgbClr val="0F5C56"/>
          </a:solidFill>
          <a:ln w="12700">
            <a:solidFill>
              <a:srgbClr val="0F5C5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807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43000" y="2761488"/>
            <a:ext cx="6126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Keyless trust   </a:t>
            </a:r>
            <a:pPr indent="0" marL="0">
              <a:buNone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issuer URL -&gt; GCP workload-identity pool + provider; grant the principal read-only.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94360" y="3557016"/>
            <a:ext cx="384048" cy="384048"/>
          </a:xfrm>
          <a:prstGeom prst="ellipse">
            <a:avLst/>
          </a:prstGeom>
          <a:solidFill>
            <a:srgbClr val="0F5C56"/>
          </a:solidFill>
          <a:ln w="12700">
            <a:solidFill>
              <a:srgbClr val="0F5C5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43000" y="3511296"/>
            <a:ext cx="6126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integration   </a:t>
            </a:r>
            <a:pPr indent="0" marL="0">
              <a:buNone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CATALOG INTEGRATION with TOKEN_EXCHANGE + vended credentials; verify it.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94360" y="4306824"/>
            <a:ext cx="384048" cy="384048"/>
          </a:xfrm>
          <a:prstGeom prst="ellipse">
            <a:avLst/>
          </a:prstGeom>
          <a:solidFill>
            <a:srgbClr val="0F5C56"/>
          </a:solidFill>
          <a:ln w="12700">
            <a:solidFill>
              <a:srgbClr val="0F5C5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306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43000" y="4261104"/>
            <a:ext cx="6126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Catalog-linked DB + read   </a:t>
            </a:r>
            <a:pPr indent="0" marL="0">
              <a:buNone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DATABASE ... LINKED_CATALOG, wait for discovery, then a plain SELECT.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452360" y="1280160"/>
            <a:ext cx="4206240" cy="3749040"/>
          </a:xfrm>
          <a:prstGeom prst="roundRect">
            <a:avLst>
              <a:gd name="adj" fmla="val 1463"/>
            </a:avLst>
          </a:prstGeom>
          <a:solidFill>
            <a:srgbClr val="F4F4F3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0" y="14173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15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 edges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680960" y="1737360"/>
            <a:ext cx="3749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catalog runtime identity needs an explicit storage grant — not automatic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Snowflake principal also needs rights to use the project's billed APIs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OR REPLACE integration mints a NEW trust subject — re-grant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Vended credentials must be enabled or the linked DB refuses to create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is async; give it a minute before the schema appears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5212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 lives in the project runbook and as-run log.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B — Proof: The Lake in GCS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bucket, and inside it an ordinary Iceberg table: metadata/ + data/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GCS bucket backing the catalog</a:t>
            </a:r>
            <a:endParaRPr lang="en-US" sz="1300" dirty="0"/>
          </a:p>
        </p:txBody>
      </p:sp>
      <p:pic>
        <p:nvPicPr>
          <p:cNvPr id="6" name="Image 0" descr="C:/Users/jerem/AppData/Local/Temp/claude/C--claude/ae2a9827-8b94-4dcd-a82b-a6eb63227025/scratchpad/redacted-gcs_bucket_for__iceber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315200" cy="24414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3774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Inside the table — plain folders, nothing exotic</a:t>
            </a:r>
            <a:endParaRPr lang="en-US" sz="1300" dirty="0"/>
          </a:p>
        </p:txBody>
      </p:sp>
      <p:pic>
        <p:nvPicPr>
          <p:cNvPr id="8" name="Image 1" descr="C:/Users/jerem/AppData/Local/Temp/claude/C--claude/ae2a9827-8b94-4dcd-a82b-a6eb63227025/scratchpad/redacted-gcs_bucket_for__iceberg_zero_copy_path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2788920"/>
            <a:ext cx="4480560" cy="146074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577840" y="2788920"/>
            <a:ext cx="6080760" cy="1460747"/>
          </a:xfrm>
          <a:prstGeom prst="roundRect">
            <a:avLst>
              <a:gd name="adj" fmla="val 3756"/>
            </a:avLst>
          </a:prstGeom>
          <a:solidFill>
            <a:srgbClr val="F4F4F3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806440" y="2788920"/>
            <a:ext cx="5623560" cy="1460747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entire trick of an open table format: Parquet data plus enough metadata for a remote engine to discover schema and file locations on its own — no proprietary handshake, no per-engine connector.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C — Proof: Registered &amp; Trusted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 is live in the catalog; the cross-cloud trust is real and firing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Registered in BigLake — and queryable from within GCP</a:t>
            </a:r>
            <a:endParaRPr lang="en-US" sz="1300" dirty="0"/>
          </a:p>
        </p:txBody>
      </p:sp>
      <p:pic>
        <p:nvPicPr>
          <p:cNvPr id="6" name="Image 0" descr="C:/Users/jerem/AppData/Local/Temp/claude/C--claude/ae2a9827-8b94-4dcd-a82b-a6eb63227025/scratchpad/redacted-gcp_iceberg_table_registed_in_bigl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8229600" cy="104901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8346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Workload Identity Federation — live token exchanges, not idle config</a:t>
            </a:r>
            <a:endParaRPr lang="en-US" sz="1300" dirty="0"/>
          </a:p>
        </p:txBody>
      </p:sp>
      <p:pic>
        <p:nvPicPr>
          <p:cNvPr id="8" name="Image 1" descr="C:/Users/jerem/Desktop/zc/gcp_wif_for_snowflake_connec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46120"/>
            <a:ext cx="4663440" cy="190329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486400" y="3246120"/>
            <a:ext cx="6172200" cy="1903290"/>
          </a:xfrm>
          <a:prstGeom prst="roundRect">
            <a:avLst>
              <a:gd name="adj" fmla="val 2883"/>
            </a:avLst>
          </a:prstGeom>
          <a:solidFill>
            <a:srgbClr val="F4F4F3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715000" y="3246120"/>
            <a:ext cx="5715000" cy="190329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Snowflake query drives a fresh token exchange through the identity pool. There is no service-account key stored anywhere — the trust is established per request and expires.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D — Proof: The Payoff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SELECT in Snowflake, reading GCS-resident data live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pic>
        <p:nvPicPr>
          <p:cNvPr id="5" name="Image 0" descr="C:/Users/jerem/Desktop/zc/data_zero_copy_snowflake_s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680960" cy="272117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503920" y="1371600"/>
            <a:ext cx="3154680" cy="2721178"/>
          </a:xfrm>
          <a:prstGeom prst="roundRect">
            <a:avLst>
              <a:gd name="adj" fmla="val 2016"/>
            </a:avLst>
          </a:prstGeom>
          <a:solidFill>
            <a:srgbClr val="A8F0EE"/>
          </a:solidFill>
          <a:ln w="17780">
            <a:solidFill>
              <a:srgbClr val="6FBFB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732520" y="1371600"/>
            <a:ext cx="2697480" cy="2721178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pipeline. No copy.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fourth row was inserted on the GCP side and appeared in the next query with nothing running in between — the freshness proof.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2026-07-20T21:21:44Z</dcterms:created>
  <dcterms:modified xsi:type="dcterms:W3CDTF">2026-07-20T21:21:44Z</dcterms:modified>
</cp:coreProperties>
</file>