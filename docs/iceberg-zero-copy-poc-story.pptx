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Runbook A: zero-copy federation.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Runbook B: physical replica.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Runbook C1: direct-write from a Spark-class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Runbook C2: the landing-zone split, required for cross-language streaming/batch frameworks.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CROSS-CLOUD DATA SHARING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94360" y="3063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A8F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Iceberg Zero-Copy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Federation, Replication, and Direct-Write — Proof of Concept Findings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Cloud Architecture  |  Draft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926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cross-cloud table sharing without duplicating the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875">
            <a:solidFill>
              <a:srgbClr val="0F5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— where we are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produced on one cloud must be consumed by SQL engines on another. The default answer — build a replication pipeline per feed — creates a second copy, a second bill, and a new place for the two sides to drift apart.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1234440"/>
            <a:ext cx="539496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875">
            <a:solidFill>
              <a:srgbClr val="0F5C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 — what's at stake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downstream engine can reach the source cloud directly, and every cross-cloud read carries a network egress cost. The right pattern depends on the consumer and the query volume — there is no single correct answer.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394960" cy="1691640"/>
          </a:xfrm>
          <a:prstGeom prst="roundRect">
            <a:avLst>
              <a:gd name="adj" fmla="val 2703"/>
            </a:avLst>
          </a:prstGeom>
          <a:solidFill>
            <a:srgbClr val="A8F0EE"/>
          </a:solidFill>
          <a:ln w="15875">
            <a:solidFill>
              <a:srgbClr val="A8F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architectures, each built and run end-to-end against a real multi-cloud environment: zero-copy federation, a physical replica registered in a second catalog, and direct-write from the ingestion pipeline into the consumer cloud.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3063240"/>
            <a:ext cx="5394960" cy="1691640"/>
          </a:xfrm>
          <a:prstGeom prst="roundRect">
            <a:avLst>
              <a:gd name="adj" fmla="val 2703"/>
            </a:avLst>
          </a:prstGeom>
          <a:solidFill>
            <a:srgbClr val="A8F0EE"/>
          </a:solidFill>
          <a:ln w="15875">
            <a:solidFill>
              <a:srgbClr val="A8F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proved 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566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implementation, not a whiteboard exercise — real pipelines, real catalogs, measured latency and cost, and every failure mode encountered along the way documented with its fix.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0B3D3D"/>
          </a:solidFill>
          <a:ln w="15875">
            <a:solidFill>
              <a:srgbClr val="0B3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80644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criteria:  </a:t>
            </a:r>
            <a:pPr indent="0" marL="0"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reach (which engines must read this)  •  freshness requirement  •  cross-cloud egress cost  •  operational overhead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D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and Context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cross-cloud table sharing became a design question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9496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</a:rPr>
              <a:t>The problem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Data platforms increasingly span more than one cloud: producers on one, analytics engines on another. The naive fix — export, ship, and reload — means a pipeline per feed, a second storage bill, and a standing question of whether the two copies still agree.
</a:t>
            </a:r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</a:rPr>
              <a:t>The opportunity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Apache Iceberg separates the table format from the engine. A table's metadata and data files are just objects in cloud storage; any Iceberg-aware engine can read them, regardless of which cloud they sit 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0" cy="4480560"/>
          </a:xfrm>
          <a:prstGeom prst="line">
            <a:avLst/>
          </a:prstGeom>
          <a:noFill/>
          <a:ln w="12700">
            <a:solidFill>
              <a:srgbClr val="B9C7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Goal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70078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Iceberg tables produced in one cloud can be consumed by SQL engines in another without physically copying the data, and identify when a copy is still the right call.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542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Landscape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87121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consumer set spans engines with pluggable storage layers and engines that are architecturally bound to one cloud's object store — a distinction that turns out to drive the whole decision.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37124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40416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each candidate architecture against a live multi-cloud environment, measure freshness and cost, and record every operational failure encountered — not just the happy path.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traditional cross-cloud replication strains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9496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approach: replicate into the target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per feed to build, schedule, and monitor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physical copy — storage billed twice, forever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= pipeline lag; the two sides can silently diverge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table's schema is re-declared in the target — drift risk on every change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sharing contract is locked to whichever tool built the pipeline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0" cy="4480560"/>
          </a:xfrm>
          <a:prstGeom prst="line">
            <a:avLst/>
          </a:prstGeom>
          <a:noFill/>
          <a:ln w="12700">
            <a:solidFill>
              <a:srgbClr val="B9C7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Application Complexity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170078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pipelines push transformation and reconciliation logic into application code, and that logic multiplies with every new feed.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542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Reach Is Not Uniform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87121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downstream SQL engine can read another cloud's object store directly — some are architecturally bound to their home cloud's storage APIs.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7124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 Consumption Economics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40416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ingestion is solved, the open question becomes: what does it cost, per query, to read data that never left its source cloud?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D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ARCHITECTURE PATTERNS EVALUATED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A — Zero-Copy Federation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reads the source cloud's catalog directly; no data moves until query time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10996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2316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F4F4F3"/>
          </a:solidFill>
          <a:ln w="15875">
            <a:solidFill>
              <a:srgbClr val="0F5C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Cloud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(Iceberg table)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31920" y="2423160"/>
            <a:ext cx="2377440" cy="777240"/>
          </a:xfrm>
          <a:prstGeom prst="roundRect">
            <a:avLst>
              <a:gd name="adj" fmla="val 5882"/>
            </a:avLst>
          </a:prstGeom>
          <a:solidFill>
            <a:srgbClr val="F4F4F3"/>
          </a:solidFill>
          <a:ln w="15875">
            <a:solidFill>
              <a:srgbClr val="0F5C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423160"/>
            <a:ext cx="23774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Catalog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(metadata + auth)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86600" y="242316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A8F0EE"/>
          </a:solidFill>
          <a:ln w="15875">
            <a:solidFill>
              <a:srgbClr val="A8F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423160"/>
            <a:ext cx="32004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Engine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(catalog-linked database)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2807208"/>
            <a:ext cx="731520" cy="0"/>
          </a:xfrm>
          <a:prstGeom prst="line">
            <a:avLst/>
          </a:prstGeom>
          <a:noFill/>
          <a:ln w="25400">
            <a:solidFill>
              <a:srgbClr val="0F5C5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09360" y="2807208"/>
            <a:ext cx="777240" cy="0"/>
          </a:xfrm>
          <a:prstGeom prst="line">
            <a:avLst/>
          </a:prstGeom>
          <a:noFill/>
          <a:ln w="25400">
            <a:solidFill>
              <a:srgbClr val="0F5C5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977640" y="2039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federated auth, per-query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0" y="2039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byte-range reads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14173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the source cloud until a query touches it — the consumer reads pruned Parquet byte ranges over the network, billed as cross-cloud egress.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48970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with a pluggable storage layer (they can be pointed at another cloud's object store); the long tail of tables that are queried infrequently relative to their size.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3309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566013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standing cost, but every query pays cross-cloud network egress — and only engines built to reach the source cloud's storage API can participate at all.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B — Physical Replica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byte-identical copy, registered in a second catalog, kept in sync on a schedule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10996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2316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F4F4F3"/>
          </a:solidFill>
          <a:ln w="15875">
            <a:solidFill>
              <a:srgbClr val="0F5C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23160"/>
            <a:ext cx="21031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(authoritative)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242316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F4F4F3"/>
          </a:solidFill>
          <a:ln w="15875">
            <a:solidFill>
              <a:srgbClr val="0F5C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Rewrite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File Copy Job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2423160"/>
            <a:ext cx="2194560" cy="777240"/>
          </a:xfrm>
          <a:prstGeom prst="roundRect">
            <a:avLst>
              <a:gd name="adj" fmla="val 5882"/>
            </a:avLst>
          </a:prstGeom>
          <a:solidFill>
            <a:srgbClr val="F4F4F3"/>
          </a:solidFill>
          <a:ln w="15875">
            <a:solidFill>
              <a:srgbClr val="0F5C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423160"/>
            <a:ext cx="21945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(replica files)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66760" y="2423160"/>
            <a:ext cx="2834640" cy="777240"/>
          </a:xfrm>
          <a:prstGeom prst="roundRect">
            <a:avLst>
              <a:gd name="adj" fmla="val 5882"/>
            </a:avLst>
          </a:prstGeom>
          <a:solidFill>
            <a:srgbClr val="A8F0EE"/>
          </a:solidFill>
          <a:ln w="15875">
            <a:solidFill>
              <a:srgbClr val="A8F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423160"/>
            <a:ext cx="2834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Catalog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(multiple engines read)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807208"/>
            <a:ext cx="320040" cy="0"/>
          </a:xfrm>
          <a:prstGeom prst="line">
            <a:avLst/>
          </a:prstGeom>
          <a:noFill/>
          <a:ln w="25400">
            <a:solidFill>
              <a:srgbClr val="0F5C5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32120" y="2807208"/>
            <a:ext cx="320040" cy="0"/>
          </a:xfrm>
          <a:prstGeom prst="line">
            <a:avLst/>
          </a:prstGeom>
          <a:noFill/>
          <a:ln w="25400">
            <a:solidFill>
              <a:srgbClr val="0F5C5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46720" y="2807208"/>
            <a:ext cx="320040" cy="0"/>
          </a:xfrm>
          <a:prstGeom prst="line">
            <a:avLst/>
          </a:prstGeom>
          <a:noFill/>
          <a:ln w="25400">
            <a:solidFill>
              <a:srgbClr val="0F5C5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14400" y="14173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metadata stores absolute paths, so a raw file copy would still point back at the source — a rewrite step is mandatory before the copy is usable.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48970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read heavily enough that per-query egress exceeds the cost of one sync, and any consumer whose storage layer is architecturally bound to the target cloud.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3309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566013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storage and a sync cadence to own, in exchange for zero egress on repeat reads and reach into every engine on the target cloud.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C — Direct-Write to the Target Cloud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goal, two implementations — the ingestion engine decides which one is possible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10996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ingestion runs on a general-purpose SQL/Spark engine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F4F4F3"/>
          </a:solidFill>
          <a:ln w="15875">
            <a:solidFill>
              <a:srgbClr val="0F5C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91640"/>
            <a:ext cx="30175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 cloud compute)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975104"/>
            <a:ext cx="640080" cy="0"/>
          </a:xfrm>
          <a:prstGeom prst="line">
            <a:avLst/>
          </a:prstGeom>
          <a:noFill/>
          <a:ln w="25400">
            <a:solidFill>
              <a:srgbClr val="0F5C5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34840" y="1691640"/>
            <a:ext cx="6995160" cy="566928"/>
          </a:xfrm>
          <a:prstGeom prst="roundRect">
            <a:avLst>
              <a:gd name="adj" fmla="val 8065"/>
            </a:avLst>
          </a:prstGeom>
          <a:solidFill>
            <a:srgbClr val="A8F0EE"/>
          </a:solidFill>
          <a:ln w="15875">
            <a:solidFill>
              <a:srgbClr val="A8F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691640"/>
            <a:ext cx="69951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Table, Registered — ONE STEP  (Athena / Redshift / Spark / Snowflake)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11099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ingestion runs on a cross-language streaming/batch framework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108960"/>
            <a:ext cx="1920240" cy="566928"/>
          </a:xfrm>
          <a:prstGeom prst="roundRect">
            <a:avLst>
              <a:gd name="adj" fmla="val 8065"/>
            </a:avLst>
          </a:prstGeom>
          <a:solidFill>
            <a:srgbClr val="F4F4F3"/>
          </a:solidFill>
          <a:ln w="15875">
            <a:solidFill>
              <a:srgbClr val="0F5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08960"/>
            <a:ext cx="19202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Engine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3392424"/>
            <a:ext cx="365760" cy="0"/>
          </a:xfrm>
          <a:prstGeom prst="line">
            <a:avLst/>
          </a:prstGeom>
          <a:noFill/>
          <a:ln w="25400">
            <a:solidFill>
              <a:srgbClr val="0F5C5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63240" y="3108960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F4F4F3"/>
          </a:solidFill>
          <a:ln w="15875">
            <a:solidFill>
              <a:srgbClr val="0F5C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3108960"/>
            <a:ext cx="2103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 files)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66360" y="3392424"/>
            <a:ext cx="365760" cy="0"/>
          </a:xfrm>
          <a:prstGeom prst="line">
            <a:avLst/>
          </a:prstGeom>
          <a:noFill/>
          <a:ln w="25400">
            <a:solidFill>
              <a:srgbClr val="0F5C5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32120" y="310896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F4F4F3"/>
          </a:solidFill>
          <a:ln w="15875">
            <a:solidFill>
              <a:srgbClr val="0F5C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3108960"/>
            <a:ext cx="2194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Compute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(promotion job)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6680" y="3392424"/>
            <a:ext cx="365760" cy="0"/>
          </a:xfrm>
          <a:prstGeom prst="line">
            <a:avLst/>
          </a:prstGeom>
          <a:noFill/>
          <a:ln w="25400">
            <a:solidFill>
              <a:srgbClr val="0F5C5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92440" y="3108960"/>
            <a:ext cx="3337560" cy="566928"/>
          </a:xfrm>
          <a:prstGeom prst="roundRect">
            <a:avLst>
              <a:gd name="adj" fmla="val 8065"/>
            </a:avLst>
          </a:prstGeom>
          <a:solidFill>
            <a:srgbClr val="A8F0EE"/>
          </a:solidFill>
          <a:ln w="15875">
            <a:solidFill>
              <a:srgbClr val="A8F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3108960"/>
            <a:ext cx="3337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Table, Registered — TWO STEPS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split is necessary for the framework variant: its cross-language write path carries an internal dependency-version conflict in the target-cloud SDK bundle, confirmed by testing — not a credential problem, and not fixable from pipeline configuration.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3226"/>
            </a:avLst>
          </a:prstGeom>
          <a:solidFill>
            <a:srgbClr val="F4F4F3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0109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53492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pipelines whose consumers are known to be on the target cloud from day one — write once, in the right place, and skip replication entirely.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name="adj" fmla="val 3226"/>
            </a:avLst>
          </a:prstGeom>
          <a:solidFill>
            <a:srgbClr val="F4F4F3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50109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53492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variant owns a scheduled promotion step and a raw-file retention policy, but gains a replayable archive of everything ever ingested.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D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SCOPE &amp; METHOD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 built and run — not a paper exercise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109960" cy="822960"/>
          </a:xfrm>
          <a:prstGeom prst="roundRect">
            <a:avLst>
              <a:gd name="adj" fmla="val 5556"/>
            </a:avLst>
          </a:prstGeom>
          <a:solidFill>
            <a:srgbClr val="F4F4F3"/>
          </a:solidFill>
          <a:ln w="15875">
            <a:solidFill>
              <a:srgbClr val="F4F4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5331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37560" y="1353312"/>
            <a:ext cx="8092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multi-cloud environment: one project on the source cloud, one account on the target cloud, and a SQL data-warehouse trial account for the consumer side.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111099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 build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286000"/>
            <a:ext cx="8092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REST catalog over cloud-storage-resident Iceberg tables; a keyless federated-identity trust relationship; a catalog-linked database on the consumer side reading tables in place.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11109960" cy="822960"/>
          </a:xfrm>
          <a:prstGeom prst="roundRect">
            <a:avLst>
              <a:gd name="adj" fmla="val 5556"/>
            </a:avLst>
          </a:prstGeom>
          <a:solidFill>
            <a:srgbClr val="F4F4F3"/>
          </a:solidFill>
          <a:ln w="15875">
            <a:solidFill>
              <a:srgbClr val="F4F4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1868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 build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218688"/>
            <a:ext cx="8092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metadata path-rewrite job, a file-copy step, registration in a second managed catalog, and a working query against the replica from two independent engines.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1099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5137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 build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4151376"/>
            <a:ext cx="8092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streaming and a batch ingestion pipeline modified to write into a target-cloud landing zone, plus a native compute job that promotes the landing zone into a registered Iceberg table.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010912"/>
            <a:ext cx="11109960" cy="822960"/>
          </a:xfrm>
          <a:prstGeom prst="roundRect">
            <a:avLst>
              <a:gd name="adj" fmla="val 5556"/>
            </a:avLst>
          </a:prstGeom>
          <a:solidFill>
            <a:srgbClr val="F4F4F3"/>
          </a:solidFill>
          <a:ln w="15875">
            <a:solidFill>
              <a:srgbClr val="F4F4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8406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built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5084064"/>
            <a:ext cx="8092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three-way integrity-reconciliation harness (source vs. table metadata vs. consumer query results) and infrastructure-as-code covering every component that supports it.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D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— Zero-Copy Federation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estimated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 sec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write → committed table snapshot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280160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417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1–10 min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snapshot → visible to the consumer query engine (nominal config target: 30 sec)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280160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417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$90–155 / TB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36676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cross-cloud egress per query, scanned-byte metered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1110996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54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read-path proof: table created on the source cloud, discovered and queried live from the consumer engine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trust end-to-end — no standing credentials on either side of the boundary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proven by writing a new row and re-querying with no pipeline in between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2200" y="3154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edges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352044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consumer-side refresh lag ran well past the configured target — measure before committing to an SLA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consumer limit: engines whose storage layer is bound to their home cloud cannot participate at all, regardless of catalog configuration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per-query and unbounded without a monitoring guardrail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— Physical Replica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with two independent consumer engines, not just 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109960" cy="1417320"/>
          </a:xfrm>
          <a:prstGeom prst="roundRect">
            <a:avLst>
              <a:gd name="adj" fmla="val 3226"/>
            </a:avLst>
          </a:prstGeom>
          <a:solidFill>
            <a:srgbClr val="0B3D3D"/>
          </a:solidFill>
          <a:ln w="15875">
            <a:solidFill>
              <a:srgbClr val="0B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table, read three ways, identical results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read from the source catalog  •  Replica read via the data-warehouse engine  •  Replica read via a separate serverless query engine — all three returned the same row count and the same aggregate sum, to the cent.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39496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7472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path-rewrite mechanism confirmed working — the replica is genuinely independent, not a pointer back to the source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 a second managed catalog with zero custom infrastructure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serverless query engine that CANNOT read the source cloud at all read the replica with no issue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Intra-cloud reads after the sync carry no further egress cost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72200" y="2926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edges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291840"/>
            <a:ext cx="539496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47472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rewrite step is a heavyweight compute job (Spark) — not a lightweight API call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replica is stale by design between syncs; freshness = sync cadence, a scheduling decision the team must own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 credentials scope to the table's own path — the sync job's staging area must live inside it, or writes are silently denied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— Direct-Write to the Target Cloud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credential fix unlocked one engine and fully diagnosed the other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109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98448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credential fix (applies to both engines)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91056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target-cloud catalog client builds its credential object by reflection. The obvious "pass a static key" class doesn't expose the constructor shape reflection needs, so it fails outright. The fix: don't specify that class at all — let the client fall back to its own default credential-discovery chain, and supply the real key/secret the way that chain expects them to arrive.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94960" cy="3520440"/>
          </a:xfrm>
          <a:prstGeom prst="roundRect">
            <a:avLst>
              <a:gd name="adj" fmla="val 1299"/>
            </a:avLst>
          </a:prstGeom>
          <a:solidFill>
            <a:srgbClr val="A8F0EE"/>
          </a:solidFill>
          <a:ln w="15875">
            <a:solidFill>
              <a:srgbClr val="A8F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WORKING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182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SQL/Spark engine → direct write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created, written, committed, and read back through the target catalog client — one job, zero landing zone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unrelated blocker appeared once credentials were fixed: this engine has no outbound network path to the target cloud by default and needed one added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both fixed: end-to-end proof complete, no further blockers found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743200"/>
            <a:ext cx="539496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BLOCKED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3182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Cross-language streaming/batch framework → direct write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36576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fix applied identically — the credential error disappeared completely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failure took its place: a dependency-version conflict inside this framework's own bundled target-cloud SDK — two different builds of the same library, incompatible with each other, both present at once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configuration problem — no pipeline setting fixes a conflict baked into the framework's packaged dependencies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Decision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patterns, side by side, on the same criteria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612880" cy="502920"/>
          </a:xfrm>
          <a:prstGeom prst="roundRect">
            <a:avLst>
              <a:gd name="adj" fmla="val 9091"/>
            </a:avLst>
          </a:prstGeom>
          <a:solidFill>
            <a:srgbClr val="0B3D3D"/>
          </a:solidFill>
          <a:ln w="15875">
            <a:solidFill>
              <a:srgbClr val="0B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25603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08960" y="1280160"/>
            <a:ext cx="29260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Zero-Copy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0" y="1280160"/>
            <a:ext cx="29260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Replica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0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Direct-Write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612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83080"/>
            <a:ext cx="256032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footprint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1783080"/>
            <a:ext cx="29260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783080"/>
            <a:ext cx="29260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0" y="1783080"/>
            <a:ext cx="320040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441448"/>
            <a:ext cx="11612880" cy="621792"/>
          </a:xfrm>
          <a:prstGeom prst="roundRect">
            <a:avLst>
              <a:gd name="adj" fmla="val 7353"/>
            </a:avLst>
          </a:prstGeom>
          <a:solidFill>
            <a:srgbClr val="F4F4F3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41448"/>
            <a:ext cx="256032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2441448"/>
            <a:ext cx="29260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live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441448"/>
            <a:ext cx="29260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cadence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0" y="2441448"/>
            <a:ext cx="320040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live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99816"/>
            <a:ext cx="11612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99816"/>
            <a:ext cx="256032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egress cost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3099816"/>
            <a:ext cx="29260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every query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3099816"/>
            <a:ext cx="29260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after sync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3099816"/>
            <a:ext cx="320040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58184"/>
            <a:ext cx="11612880" cy="621792"/>
          </a:xfrm>
          <a:prstGeom prst="roundRect">
            <a:avLst>
              <a:gd name="adj" fmla="val 7353"/>
            </a:avLst>
          </a:prstGeom>
          <a:solidFill>
            <a:srgbClr val="F4F4F3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58184"/>
            <a:ext cx="256032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reach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3758184"/>
            <a:ext cx="29260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Pluggable-storage engines only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758184"/>
            <a:ext cx="29260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engine, target cloud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0" y="3758184"/>
            <a:ext cx="320040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engine, target cloud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416552"/>
            <a:ext cx="11612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416552"/>
            <a:ext cx="256032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moving parts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08960" y="4416552"/>
            <a:ext cx="29260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per feed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4416552"/>
            <a:ext cx="29260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+ sync job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961120" y="4416552"/>
            <a:ext cx="320040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(SQL/Spark) — or a promotion job (streaming/batch framework)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11612880" cy="621792"/>
          </a:xfrm>
          <a:prstGeom prst="roundRect">
            <a:avLst>
              <a:gd name="adj" fmla="val 7353"/>
            </a:avLst>
          </a:prstGeom>
          <a:solidFill>
            <a:srgbClr val="F4F4F3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074920"/>
            <a:ext cx="256032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108960" y="5074920"/>
            <a:ext cx="29260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Long-tail, low-volume reads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5074920"/>
            <a:ext cx="29260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tables / cloud-bound engines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61120" y="5074920"/>
            <a:ext cx="320040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pipelines, known consumers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D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choose, per table, per feed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502920" cy="502920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1280160"/>
            <a:ext cx="103784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371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every required consumer engine read the source cloud's storage directly?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7556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→  Pattern B or C is mandatory, not optional — this is a capability gap, not a cost decision.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560320"/>
            <a:ext cx="502920" cy="502920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80160" y="2487168"/>
            <a:ext cx="103784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5786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new pipeline, and are the consumers already known?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96265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→  Build Pattern C from day one. Writing to the right place once beats writing once and copying later.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767328"/>
            <a:ext cx="502920" cy="502920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80160" y="3694176"/>
            <a:ext cx="103784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378561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monthly query volume against this table large relative to its size?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41696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→  Pattern B: the sync cost is paid once; egress is paid every query otherwise.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974336"/>
            <a:ext cx="502920" cy="502920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974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80160" y="4901184"/>
            <a:ext cx="103784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49926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 force a decision.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53766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Pattern A. Zero standing infrastructure, freshness is inherent, and nothing is built ahead of demonstrated need.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Readiness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proven vs. what remains before general rollout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9496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this POC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architectures built and run end-to-end against live infrastructure, not simulated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and cost measured directly, not estimated from documentation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three-way reconciliation check that caught a real data-drift bug during the POC itself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encountered has a documented, working fix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coverage for everything that supports automation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394960" cy="4480560"/>
          </a:xfrm>
          <a:prstGeom prst="roundRect">
            <a:avLst>
              <a:gd name="adj" fmla="val 1020"/>
            </a:avLst>
          </a:prstGeom>
          <a:solidFill>
            <a:srgbClr val="A8F0EE"/>
          </a:solidFill>
          <a:ln w="15875">
            <a:solidFill>
              <a:srgbClr val="A8F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before general rollout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19202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freshness SLOs under real, sustained load rather than POC-scale traffic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cost-guardrail monitoring and alerting on cross-cloud egress before general use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direct-write path's static credential with a fully keyless cross-cloud trust relationship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replica sync and the reconciliation check on a schedule rather than running on demand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the per-feed decision (Pattern A/B/C) into intake tooling so it isn't a manual judgment call every time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D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34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RUNBOOKS BY METHOD</a:t>
            </a:r>
            <a:endParaRPr lang="en-US" sz="4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Runbook A — Zero-Copy Federation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Source-cloud catalog, read live from the consumer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271016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21615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storage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managed REST catalog over cloud-storage-resident Iceberg tables; grant the catalog's own runtime identity read/write access to the bucket.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11096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 table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namespace and table through the catalog using any Iceberg-capable write engine (Spark is the common choice).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660904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6060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trust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an issuer URL from the consumer engine for a workload-identity pool + provider on the source cloud; grant that principal read-only catalog access.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55848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30098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Catalog-linked database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consumer engine, create a database backed by the catalog integration; discovery of namespaces/tables is asynchronous.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050792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99592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+ measure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table live; write a new row on the source side and re-query to confirm freshness with no pipeline in between.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52360" y="1234440"/>
            <a:ext cx="4206240" cy="3566160"/>
          </a:xfrm>
          <a:prstGeom prst="roundRect">
            <a:avLst>
              <a:gd name="adj" fmla="val 1282"/>
            </a:avLst>
          </a:prstGeom>
          <a:solidFill>
            <a:srgbClr val="F4F4F3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edges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1719072"/>
            <a:ext cx="3749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runtime identity needs an explicit storage grant — not automatic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consumer-side principal needs more than read access to the catalog: it also needs rights to use the source project's billed APIs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Recreating the catalog integration mints a NEW trust subject — re-grant after every replace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vending must be explicitly enabled in the catalog integration config, or the consumer-side database refuses to create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catalog request needs a specific delegation header once vending is 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892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detail, including every failure hit and its exact fix, kept in the project's as-run log.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Runbook B — Physical Replica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Byte-copy to the target cloud, registered in a second catalog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271016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21615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bucket + role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storage bucket in the target cloud, same region as the consumer engine's account (keeps replica reads intra-region, i.e. free); create a read-only role scoped to that bucket.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11096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Consumer-side external volume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consumer engine at the target bucket via an external-volume construct; it generates its own identity and a shared secret for the trust handshake.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660904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6060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handshake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target-cloud role's trust policy to allow exactly that consumer identity, with that shared secret, to assume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55848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30098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+ copy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source catalog's path-rewrite procedure (rewrites absolute paths in table metadata to the new location) then copy the resulting files to the target bucket.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050792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99592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+ verify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replica under an object-store catalog integration using the rewritten metadata path; compare row counts against the zero-copy source.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745736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69087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4–5 on a schedule; each refresh needs the newly rewritten metadata path pointed at explicitly.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52360" y="1234440"/>
            <a:ext cx="4206240" cy="4261104"/>
          </a:xfrm>
          <a:prstGeom prst="roundRect">
            <a:avLst>
              <a:gd name="adj" fmla="val 1087"/>
            </a:avLst>
          </a:prstGeom>
          <a:solidFill>
            <a:srgbClr val="F4F4F3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edges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680960" y="1719072"/>
            <a:ext cx="374904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freshly created identity/role starts with zero permissions — attach the policy before anything else runs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metadata stores absolute paths — never copy the raw files without the rewrite step first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rewrite step only runs on a full compute engine (Spark), not as a lightweight API call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Recreating the external volume mints a new shared secret — redo the trust handshake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 write credentials scope to the table's own path — the rewrite job's staging area must live inside it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Runbook C1 — Direct-Write (SQL/Spark engine)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job, one step: write straight into the target catalog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271016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21615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Target-cloud identity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set of target-cloud credentials for the compute engine to use; store them in a secrets manager, never in job parameters.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11096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egress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compute engine's network has an outbound path to the public internet — general-purpose serverless compute often does not by default and needs an explicit gateway added.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660904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6060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config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write job at the target catalog and target-cloud object storage; do NOT set an explicit credential-provider class — let the client default to its own discovery chain.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55848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30098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real credentials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actual key/secret as JVM system properties on the job launch — environment-variable-style options were tested and do not propagate on this compute engine.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050792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99592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verify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namespace/table, insert rows, and read them back through the target catalog in the same job — no second step required.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52360" y="1234440"/>
            <a:ext cx="4206240" cy="3566160"/>
          </a:xfrm>
          <a:prstGeom prst="roundRect">
            <a:avLst>
              <a:gd name="adj" fmla="val 1282"/>
            </a:avLst>
          </a:prstGeom>
          <a:solidFill>
            <a:srgbClr val="F4F4F3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edges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1719072"/>
            <a:ext cx="3749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"static credentials" provider class fails: it doesn't expose the constructor shape the catalog client's reflection-based instantiation needs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Environment-variable-style job properties silently do not reach the job's runtime — use system properties instead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compute engine has no internet egress by default; the failure surfaces as a plain connection timeout, easy to mistake for a firewall or DNS issue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NAT/egress gateway is a standing, billed resource — provision it deliberately, not by default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892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working end-to-end 2026-07-17: table created, written, committed, and read back with zero landing-zone infrastructure.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Runbook C2 — Direct-Write (streaming/batch framework)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steps, split at the credential seam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271016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21615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bucket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plain storage bucket in the target cloud to receive raw files — no catalog involved at this stage.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11096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write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ingestion pipeline, write batches of raw records as plain objects into the landing bucket using simple static credentials — this step never touches a catalog client, so the credential class that fails for direct writes works fine here.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660904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6060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identity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target cloud, create a compute job (Spark-based) running under its own native identity — no credentials of any kind embedded in the job.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55848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30098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job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reads the landing zone, creates/updates the destination table through the target catalog, and commits — this is the only place a catalog write happens.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050792"/>
            <a:ext cx="384048" cy="384048"/>
          </a:xfrm>
          <a:prstGeom prst="ellipse">
            <a:avLst/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99592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+ verify   </a:t>
            </a:r>
            <a:pPr indent="0" marL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promotion job on a schedule (or trigger it on file arrival); verify row counts and aggregates against the source after each run.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52360" y="1234440"/>
            <a:ext cx="4206240" cy="3566160"/>
          </a:xfrm>
          <a:prstGeom prst="roundRect">
            <a:avLst>
              <a:gd name="adj" fmla="val 1282"/>
            </a:avLst>
          </a:prstGeom>
          <a:solidFill>
            <a:srgbClr val="F4F4F3"/>
          </a:solidFill>
          <a:ln w="15875">
            <a:solidFill>
              <a:srgbClr val="D8D8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edges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1719072"/>
            <a:ext cx="3749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framework's own built-in file-writing transform failed twice, independently, crossing cloud storage boundaries — a hand-rolled writer using the plain object-storage client was the reliable fix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 available when the pipeline graph is built is not automatically available where the pipeline actually executes — declare runtime dependencies explicitly and separately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reporting "running" is not proof of progress — silent retry loops log below the severity level a status check typically watches; monitor data arrival directly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Direct-write (Runbook C1) was later confirmed to fail for this framework specifically — a dependency-version conflict inside its own bundled target-cloud SDK, not fixable from configuration — so this two-step split is required, not optional, for this engine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892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working end-to-end 2026-07-17: landing write ~1 minute, promotion job ~80 seconds, reconciled exactly against source.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21792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decisions, runbooks, and as-run logs available on request.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2026-07-17T19:54:41Z</dcterms:created>
  <dcterms:modified xsi:type="dcterms:W3CDTF">2026-07-17T19:54:41Z</dcterms:modified>
</cp:coreProperties>
</file>