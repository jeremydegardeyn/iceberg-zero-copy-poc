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2860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CROSS-CLOUD DATA SHARING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94360" y="30632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A8F0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Iceberg Zero-Copy Evaluation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21792" y="3703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Federation, Replication, and Direct-Write — Proof of Concept Findings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21792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Cloud Architecture  |  Draft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92640" y="6492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B5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 ONLY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cross-cloud table sharing without duplicating the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39496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5875">
            <a:solidFill>
              <a:srgbClr val="0F5C5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71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— where we are today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produced on one cloud must be consumed by SQL engines on another. The default answer — build a replication pipeline per feed — creates a second copy, a second bill, and a new place for the two sides to drift apart.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080760" y="1234440"/>
            <a:ext cx="539496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5875">
            <a:solidFill>
              <a:srgbClr val="0F5C5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371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 — what's at stake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09360" y="17373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downstream engine can reach the source cloud directly, and every cross-cloud read carries a network egress cost. The right pattern depends on the consumer and the query volume — there is no single correct answer.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394960" cy="1691640"/>
          </a:xfrm>
          <a:prstGeom prst="roundRect">
            <a:avLst>
              <a:gd name="adj" fmla="val 2703"/>
            </a:avLst>
          </a:prstGeom>
          <a:solidFill>
            <a:srgbClr val="A8F0EE"/>
          </a:solidFill>
          <a:ln w="15875">
            <a:solidFill>
              <a:srgbClr val="A8F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tested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5661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architectures, each built and run end-to-end against a real multi-cloud environment: zero-copy federation, a physical replica registered in a second catalog, and direct-write from the ingestion pipeline into the consumer cloud.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80760" y="3063240"/>
            <a:ext cx="5394960" cy="1691640"/>
          </a:xfrm>
          <a:prstGeom prst="roundRect">
            <a:avLst>
              <a:gd name="adj" fmla="val 2703"/>
            </a:avLst>
          </a:prstGeom>
          <a:solidFill>
            <a:srgbClr val="A8F0EE"/>
          </a:solidFill>
          <a:ln w="15875">
            <a:solidFill>
              <a:srgbClr val="A8F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proved it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35661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implementation, not a whiteboard exercise — real pipelines, real catalogs, measured latency and cost, and every failure mode encountered along the way documented with its fix.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80644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0B3D3D"/>
          </a:solidFill>
          <a:ln w="15875">
            <a:solidFill>
              <a:srgbClr val="0B3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80644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criteria:  </a:t>
            </a:r>
            <a:pPr indent="0" marL="0"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reach (which engines must read this)  •  freshness requirement  •  cross-cloud egress cost  •  operational overhead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D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834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and Context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cross-cloud table sharing became a design question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539496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0876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</a:rPr>
              <a:t>The problem
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Data platforms increasingly span more than one cloud: producers on one, analytics engines on another. The naive fix — export, ship, and reload — means a pipeline per feed, a second storage bill, and a standing question of whether the two copies still agree.
</a:t>
            </a:r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</a:rPr>
              <a:t>The opportunity
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Apache Iceberg separates the table format from the engine. A table's metadata and data files are just objects in cloud storage; any Iceberg-aware engine can read them, regardless of which cloud they sit 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234440"/>
            <a:ext cx="0" cy="4480560"/>
          </a:xfrm>
          <a:prstGeom prst="line">
            <a:avLst/>
          </a:prstGeom>
          <a:noFill/>
          <a:ln w="12700">
            <a:solidFill>
              <a:srgbClr val="B9C7C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Goal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0" y="1700784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whether Iceberg tables produced in one cloud can be consumed by SQL engines in another without physically copying the data, and identify when a copy is still the right call.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92240" y="2542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Landscape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871216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consumer set spans engines with pluggable storage layers and engines that are architecturally bound to one cloud's object store — a distinction that turns out to drive the whole decision.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92240" y="371246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404164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each candidate architecture against a live multi-cloud environment, measure freshness and cost, and record every operational failure encountered — not just the happy path.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Challenges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traditional cross-cloud replication strains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539496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approach: replicate into the target platform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per feed to build, schedule, and monitor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physical copy — storage billed twice, forever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= pipeline lag; the two sides can silently diverge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table's schema is re-declared in the target — drift risk on every change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sharing contract is locked to whichever tool built the pipeline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0" cy="4480560"/>
          </a:xfrm>
          <a:prstGeom prst="line">
            <a:avLst/>
          </a:prstGeom>
          <a:noFill/>
          <a:ln w="12700">
            <a:solidFill>
              <a:srgbClr val="B9C7C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Application Complexity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1700784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Bespoke pipelines push transformation and reconciliation logic into application code, and that logic multiplies with every new feed.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2542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Reach Is Not Uniform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871216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downstream SQL engine can read another cloud's object store directly — some are architecturally bound to their home cloud's storage APIs.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92240" y="371246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to Consumption Economics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404164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ingestion is solved, the open question becomes: what does it cost, per query, to read data that never left its source cloud?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D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834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ARCHITECTURE PATTERNS EVALUATED</a:t>
            </a:r>
            <a:endParaRPr lang="en-US" sz="4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A — Zero-Copy Federation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reads the source cloud's catalog directly; no data moves until query time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109960" cy="26060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23160"/>
            <a:ext cx="2286000" cy="777240"/>
          </a:xfrm>
          <a:prstGeom prst="roundRect">
            <a:avLst>
              <a:gd name="adj" fmla="val 5882"/>
            </a:avLst>
          </a:prstGeom>
          <a:solidFill>
            <a:srgbClr val="F4F4F3"/>
          </a:solidFill>
          <a:ln w="15875">
            <a:solidFill>
              <a:srgbClr val="0F5C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42316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Cloud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(Iceberg table)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931920" y="2423160"/>
            <a:ext cx="2377440" cy="777240"/>
          </a:xfrm>
          <a:prstGeom prst="roundRect">
            <a:avLst>
              <a:gd name="adj" fmla="val 5882"/>
            </a:avLst>
          </a:prstGeom>
          <a:solidFill>
            <a:srgbClr val="F4F4F3"/>
          </a:solidFill>
          <a:ln w="15875">
            <a:solidFill>
              <a:srgbClr val="0F5C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0" y="2423160"/>
            <a:ext cx="23774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Catalog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(metadata + auth)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086600" y="2423160"/>
            <a:ext cx="3200400" cy="777240"/>
          </a:xfrm>
          <a:prstGeom prst="roundRect">
            <a:avLst>
              <a:gd name="adj" fmla="val 5882"/>
            </a:avLst>
          </a:prstGeom>
          <a:solidFill>
            <a:srgbClr val="A8F0EE"/>
          </a:solidFill>
          <a:ln w="15875">
            <a:solidFill>
              <a:srgbClr val="A8F0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0" y="2423160"/>
            <a:ext cx="32004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Engine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(catalog-linked database)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0" y="2807208"/>
            <a:ext cx="731520" cy="0"/>
          </a:xfrm>
          <a:prstGeom prst="line">
            <a:avLst/>
          </a:prstGeom>
          <a:noFill/>
          <a:ln w="25400">
            <a:solidFill>
              <a:srgbClr val="0F5C5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09360" y="2807208"/>
            <a:ext cx="777240" cy="0"/>
          </a:xfrm>
          <a:prstGeom prst="line">
            <a:avLst/>
          </a:prstGeom>
          <a:noFill/>
          <a:ln w="25400">
            <a:solidFill>
              <a:srgbClr val="0F5C56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977640" y="20391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keyless federated auth, per-query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0" y="20391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pruned byte-range reads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141732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source cloud until a query touches it — the consumer reads pruned Parquet byte ranges over the network, billed as cross-cloud egress.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1605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489704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Engines with a pluggable storage layer (they can be pointed at another cloud's object store); the long tail of tables that are queried infrequently relative to their size.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533095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566013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standing cost, but every query pays cross-cloud network egress — and only engines built to reach the source cloud's storage API can participate at all.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B — Physical Replica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byte-identical copy, registered in a second catalog, kept in sync on a schedule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109960" cy="26060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423160"/>
            <a:ext cx="2103120" cy="777240"/>
          </a:xfrm>
          <a:prstGeom prst="roundRect">
            <a:avLst>
              <a:gd name="adj" fmla="val 5882"/>
            </a:avLst>
          </a:prstGeom>
          <a:solidFill>
            <a:srgbClr val="F4F4F3"/>
          </a:solidFill>
          <a:ln w="15875">
            <a:solidFill>
              <a:srgbClr val="0F5C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23160"/>
            <a:ext cx="210312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Table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(authoritative)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2423160"/>
            <a:ext cx="2286000" cy="777240"/>
          </a:xfrm>
          <a:prstGeom prst="roundRect">
            <a:avLst>
              <a:gd name="adj" fmla="val 5882"/>
            </a:avLst>
          </a:prstGeom>
          <a:solidFill>
            <a:srgbClr val="F4F4F3"/>
          </a:solidFill>
          <a:ln w="15875">
            <a:solidFill>
              <a:srgbClr val="0F5C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242316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Rewrite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File Copy Job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2423160"/>
            <a:ext cx="2194560" cy="777240"/>
          </a:xfrm>
          <a:prstGeom prst="roundRect">
            <a:avLst>
              <a:gd name="adj" fmla="val 5882"/>
            </a:avLst>
          </a:prstGeom>
          <a:solidFill>
            <a:srgbClr val="F4F4F3"/>
          </a:solidFill>
          <a:ln w="15875">
            <a:solidFill>
              <a:srgbClr val="0F5C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2423160"/>
            <a:ext cx="219456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Storage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(replica files)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66760" y="2423160"/>
            <a:ext cx="2834640" cy="777240"/>
          </a:xfrm>
          <a:prstGeom prst="roundRect">
            <a:avLst>
              <a:gd name="adj" fmla="val 5882"/>
            </a:avLst>
          </a:prstGeom>
          <a:solidFill>
            <a:srgbClr val="A8F0EE"/>
          </a:solidFill>
          <a:ln w="15875">
            <a:solidFill>
              <a:srgbClr val="A8F0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2423160"/>
            <a:ext cx="28346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Catalog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(multiple engines read)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926080" y="2807208"/>
            <a:ext cx="320040" cy="0"/>
          </a:xfrm>
          <a:prstGeom prst="line">
            <a:avLst/>
          </a:prstGeom>
          <a:noFill/>
          <a:ln w="25400">
            <a:solidFill>
              <a:srgbClr val="0F5C5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532120" y="2807208"/>
            <a:ext cx="320040" cy="0"/>
          </a:xfrm>
          <a:prstGeom prst="line">
            <a:avLst/>
          </a:prstGeom>
          <a:noFill/>
          <a:ln w="25400">
            <a:solidFill>
              <a:srgbClr val="0F5C5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46720" y="2807208"/>
            <a:ext cx="320040" cy="0"/>
          </a:xfrm>
          <a:prstGeom prst="line">
            <a:avLst/>
          </a:prstGeom>
          <a:noFill/>
          <a:ln w="25400">
            <a:solidFill>
              <a:srgbClr val="0F5C5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14400" y="141732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metadata stores absolute paths, so a raw file copy would still point back at the source — a rewrite step is mandatory before the copy is usable.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41605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4489704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read heavily enough that per-query egress exceeds the cost of one sync, and any consumer whose storage layer is architecturally bound to the target cloud.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533095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566013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storage and a sync cadence to own, in exchange for zero egress on repeat reads and reach into every engine on the target cloud.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C — Direct-Write via Landing Zone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writes raw bytes into the target cloud; native compute promotes them to a table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109960" cy="3063240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3172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4F4F3"/>
          </a:solidFill>
          <a:ln w="15875">
            <a:solidFill>
              <a:srgbClr val="0F5C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31720"/>
            <a:ext cx="19659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Pipeline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(source cloud compute)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63240" y="233172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4F4F3"/>
          </a:solidFill>
          <a:ln w="15875">
            <a:solidFill>
              <a:srgbClr val="0F5C5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2331720"/>
            <a:ext cx="19659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Zone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(raw files, target cloud)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349240" y="2331720"/>
            <a:ext cx="1965960" cy="777240"/>
          </a:xfrm>
          <a:prstGeom prst="roundRect">
            <a:avLst>
              <a:gd name="adj" fmla="val 5882"/>
            </a:avLst>
          </a:prstGeom>
          <a:solidFill>
            <a:srgbClr val="F4F4F3"/>
          </a:solidFill>
          <a:ln w="15875">
            <a:solidFill>
              <a:srgbClr val="0F5C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49240" y="2331720"/>
            <a:ext cx="19659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Compute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(catalog registration)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635240" y="2331720"/>
            <a:ext cx="3566160" cy="777240"/>
          </a:xfrm>
          <a:prstGeom prst="roundRect">
            <a:avLst>
              <a:gd name="adj" fmla="val 5882"/>
            </a:avLst>
          </a:prstGeom>
          <a:solidFill>
            <a:srgbClr val="A8F0EE"/>
          </a:solidFill>
          <a:ln w="15875">
            <a:solidFill>
              <a:srgbClr val="A8F0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35240" y="2331720"/>
            <a:ext cx="356616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Table, Registered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(Athena / Redshift / Spark / Snowflake)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0" y="2715768"/>
            <a:ext cx="320040" cy="0"/>
          </a:xfrm>
          <a:prstGeom prst="line">
            <a:avLst/>
          </a:prstGeom>
          <a:noFill/>
          <a:ln w="25400">
            <a:solidFill>
              <a:srgbClr val="0F5C5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029200" y="2715768"/>
            <a:ext cx="320040" cy="0"/>
          </a:xfrm>
          <a:prstGeom prst="line">
            <a:avLst/>
          </a:prstGeom>
          <a:noFill/>
          <a:ln w="25400">
            <a:solidFill>
              <a:srgbClr val="0F5C5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15200" y="2715768"/>
            <a:ext cx="320040" cy="0"/>
          </a:xfrm>
          <a:prstGeom prst="line">
            <a:avLst/>
          </a:prstGeom>
          <a:noFill/>
          <a:ln w="25400">
            <a:solidFill>
              <a:srgbClr val="0F5C5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2743200" y="19476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keys / plain object storage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0" y="19476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identity — no cross-cloud credential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1417320"/>
            <a:ext cx="10378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the ingestion pipeline moves BYTES only — writing a filesystem object works fine with a simple credential. It is the CATALOG COMMIT that demands native identity; splitting the two steps at that seam is what makes cross-cloud writes work.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4617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946904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pipelines whose consumers are known to be on the target cloud from day one — write once, in the right place, and skip replication entirely.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578815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611733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now owns a scheduled promotion step and a raw-file retention policy, but gains a replayable archive of everything ever ingested.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D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834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POC SCOPE &amp; METHOD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POC Scope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actually built and run — not a paper exercise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109960" cy="822960"/>
          </a:xfrm>
          <a:prstGeom prst="roundRect">
            <a:avLst>
              <a:gd name="adj" fmla="val 5556"/>
            </a:avLst>
          </a:prstGeom>
          <a:solidFill>
            <a:srgbClr val="F4F4F3"/>
          </a:solidFill>
          <a:ln w="15875">
            <a:solidFill>
              <a:srgbClr val="F4F4F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353312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37560" y="1353312"/>
            <a:ext cx="8092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multi-cloud environment: one project on the source cloud, one account on the target cloud, and a SQL data-warehouse trial account for the consumer side.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111099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8600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A build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37560" y="2286000"/>
            <a:ext cx="8092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managed REST catalog over cloud-storage-resident Iceberg tables; a keyless federated-identity trust relationship; a catalog-linked database on the consumer side reading tables in place.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145536"/>
            <a:ext cx="11109960" cy="822960"/>
          </a:xfrm>
          <a:prstGeom prst="roundRect">
            <a:avLst>
              <a:gd name="adj" fmla="val 5556"/>
            </a:avLst>
          </a:prstGeom>
          <a:solidFill>
            <a:srgbClr val="F4F4F3"/>
          </a:solidFill>
          <a:ln w="15875">
            <a:solidFill>
              <a:srgbClr val="F4F4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18688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B build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37560" y="3218688"/>
            <a:ext cx="8092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metadata path-rewrite job, a file-copy step, registration in a second managed catalog, and a working query against the replica from two independent engines.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078224"/>
            <a:ext cx="1110996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151376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C build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37560" y="4151376"/>
            <a:ext cx="8092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streaming and a batch ingestion pipeline modified to write into a target-cloud landing zone, plus a native compute job that promotes the landing zone into a registered Iceberg table.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5010912"/>
            <a:ext cx="11109960" cy="822960"/>
          </a:xfrm>
          <a:prstGeom prst="roundRect">
            <a:avLst>
              <a:gd name="adj" fmla="val 5556"/>
            </a:avLst>
          </a:prstGeom>
          <a:solidFill>
            <a:srgbClr val="F4F4F3"/>
          </a:solidFill>
          <a:ln w="15875">
            <a:solidFill>
              <a:srgbClr val="F4F4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084064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built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37560" y="5084064"/>
            <a:ext cx="8092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three-way integrity-reconciliation harness (source vs. table metadata vs. consumer query results) and infrastructure-as-code covering every component that supports it.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D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834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</a:t>
            </a:r>
            <a:endParaRPr lang="en-US" sz="4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— Zero-Copy Federation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estimated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52044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17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sec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write → committed table snapshot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280160"/>
            <a:ext cx="352044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417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1–10 min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103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snapshot → visible to the consumer query engine (nominal config target: 30 sec)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38160" y="1280160"/>
            <a:ext cx="352044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1417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$90–155 / TB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366760" y="2103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cross-cloud egress per query, scanned-byte metered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971800"/>
            <a:ext cx="1110996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154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352044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read-path proof: table created on the source cloud, discovered and queried live from the consumer engine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Keyless trust end-to-end — no standing credentials on either side of the boundary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proven by writing a new row and re-querying with no pipeline in between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172200" y="31546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5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edges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72200" y="3520440"/>
            <a:ext cx="5120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consumer-side refresh lag ran well past the configured target — measure before committing to an SLA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consumer limit: engines whose storage layer is bound to their home cloud cannot participate at all, regardless of catalog configuration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per-query and unbounded without a monitoring guardrail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— Physical Replica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with two independent consumer engines, not just one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109960" cy="1417320"/>
          </a:xfrm>
          <a:prstGeom prst="roundRect">
            <a:avLst>
              <a:gd name="adj" fmla="val 3226"/>
            </a:avLst>
          </a:prstGeom>
          <a:solidFill>
            <a:srgbClr val="0B3D3D"/>
          </a:solidFill>
          <a:ln w="15875">
            <a:solidFill>
              <a:srgbClr val="0B3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17320"/>
            <a:ext cx="10561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table, read three ways, identical results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Zero-copy read from the source catalog  •  Replica read via the data-warehouse engine  •  Replica read via a separate serverless query engine — all three returned the same row count and the same aggregate sum, to the cent.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5394960" cy="2834640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7472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path-rewrite mechanism confirmed working — the replica is genuinely independent, not a pointer back to the source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in a second managed catalog with zero custom infrastructure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serverless query engine that CANNOT read the source cloud at all read the replica with no issue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Intra-cloud reads after the sync carry no further egress cost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172200" y="29260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5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edges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3291840"/>
            <a:ext cx="5394960" cy="2834640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347472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rewrite step is a heavyweight compute job (Spark) — not a lightweight API call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replica is stale by design between syncs; freshness = sync cadence, a scheduling decision the team must own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 credentials scope to the table's own path — the sync job's staging area must live inside it, or writes are silently denied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— Direct-Write via Landing Zone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credential wall, and the split that gets around it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109960" cy="1828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17320"/>
            <a:ext cx="10561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discovery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0561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an Iceberg table directly into a target-cloud managed catalog from source-cloud compute failed: the catalog client requires a native-identity credential object, and a simple access key does not satisfy that interface — confirmed by testing, not assumed.
</a:t>
            </a:r>
            <a:pPr indent="0" marL="0">
              <a:buNone/>
            </a:pPr>
            <a:r>
              <a:rPr lang="en-US" sz="12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architectural, not a workaround: split the write into two steps at the seam where the credential requirement changes. </a:t>
            </a:r>
            <a:pPr indent="0" marL="0">
              <a:buNone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Source-cloud compute writes plain files (a simple key works fine for a filesystem write). Target-cloud native compute — running under its own identity — promotes those files into a registered table. Neither side ever needs a credential it structurally can't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A8F0EE"/>
          </a:solidFill>
          <a:ln w="15875">
            <a:solidFill>
              <a:srgbClr val="A8F0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3832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 sec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7724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compute job: landing files → registered, queryable Iceberg table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3291840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A8F0EE"/>
          </a:solidFill>
          <a:ln w="15875">
            <a:solidFill>
              <a:srgbClr val="A8F0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33832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— row count and aggregate sum matched the source exactly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3291840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A8F0EE"/>
          </a:solidFill>
          <a:ln w="15875">
            <a:solidFill>
              <a:srgbClr val="A8F0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6760" y="33832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36676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of any kind inside the promotion job — pure native identity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663440"/>
            <a:ext cx="1110996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00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15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edges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074920"/>
            <a:ext cx="10561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 windowed write into object storage needed a hand-rolled writer — the pipeline framework's built-in file-writing transform hit two separate defects crossing cloud storage boundaries. Framework dependencies used inside a pipeline's worker processes must be staged there explicitly; a dependency available at pipeline-construction time is not automatically available at execution time. A pipeline reporting "running" is not the same as a pipeline making progress — a data-arrival check caught a silent retry loop that job status alone did not.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Comparative Decision Matrix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patterns, side by side, on the same criteria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612880" cy="502920"/>
          </a:xfrm>
          <a:prstGeom prst="roundRect">
            <a:avLst>
              <a:gd name="adj" fmla="val 9091"/>
            </a:avLst>
          </a:prstGeom>
          <a:solidFill>
            <a:srgbClr val="0B3D3D"/>
          </a:solidFill>
          <a:ln w="15875">
            <a:solidFill>
              <a:srgbClr val="0B3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80160"/>
            <a:ext cx="274320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10896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Zero-Copy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0" y="1280160"/>
            <a:ext cx="310896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Replica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509760" y="1280160"/>
            <a:ext cx="265176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Direct-Write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61288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783080"/>
            <a:ext cx="274320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footprint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1783080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1783080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09760" y="1783080"/>
            <a:ext cx="26517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copy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441448"/>
            <a:ext cx="11612880" cy="621792"/>
          </a:xfrm>
          <a:prstGeom prst="roundRect">
            <a:avLst>
              <a:gd name="adj" fmla="val 7353"/>
            </a:avLst>
          </a:prstGeom>
          <a:solidFill>
            <a:srgbClr val="F4F4F3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441448"/>
            <a:ext cx="274320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2441448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live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2441448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cadence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09760" y="2441448"/>
            <a:ext cx="26517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Minutes, live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099816"/>
            <a:ext cx="1161288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99816"/>
            <a:ext cx="274320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Per-query egress cost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91840" y="3099816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every query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3099816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after sync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09760" y="3099816"/>
            <a:ext cx="26517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758184"/>
            <a:ext cx="11612880" cy="621792"/>
          </a:xfrm>
          <a:prstGeom prst="roundRect">
            <a:avLst>
              <a:gd name="adj" fmla="val 7353"/>
            </a:avLst>
          </a:prstGeom>
          <a:solidFill>
            <a:srgbClr val="F4F4F3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758184"/>
            <a:ext cx="274320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reach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91840" y="3758184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Pluggable-storage engines only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3758184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engine, target cloud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3758184"/>
            <a:ext cx="26517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engine, target cloud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416552"/>
            <a:ext cx="1161288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416552"/>
            <a:ext cx="274320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moving parts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91840" y="4416552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per feed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416552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+ sync job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509760" y="4416552"/>
            <a:ext cx="26517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job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5074920"/>
            <a:ext cx="11612880" cy="621792"/>
          </a:xfrm>
          <a:prstGeom prst="roundRect">
            <a:avLst>
              <a:gd name="adj" fmla="val 7353"/>
            </a:avLst>
          </a:prstGeom>
          <a:solidFill>
            <a:srgbClr val="F4F4F3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5074920"/>
            <a:ext cx="274320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291840" y="5074920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Long-tail, low-volume reads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00800" y="5074920"/>
            <a:ext cx="31089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tables / cloud-bound engines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09760" y="5074920"/>
            <a:ext cx="2651760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pipelines, known consumers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D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834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0B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sz="4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Framework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choose, per table, per feed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353312"/>
            <a:ext cx="502920" cy="502920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53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1280160"/>
            <a:ext cx="1037844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8760" y="13716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every required consumer engine read the source cloud's storage directly?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→  Pattern B or C is mandatory, not optional — this is a capability gap, not a cost decision.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2560320"/>
            <a:ext cx="502920" cy="502920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80160" y="2487168"/>
            <a:ext cx="1037844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08760" y="257860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new pipeline, and are the consumers already known?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08760" y="296265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 →  Build Pattern C from day one. Writing to the right place once beats writing once and copying later.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3767328"/>
            <a:ext cx="502920" cy="502920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280160" y="3694176"/>
            <a:ext cx="1037844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08760" y="378561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monthly query volume against this table large relative to its size?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4169664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 →  Pattern B: the sync cost is paid once; egress is paid every query otherwise.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4974336"/>
            <a:ext cx="502920" cy="502920"/>
          </a:xfrm>
          <a:prstGeom prst="ellipse">
            <a:avLst/>
          </a:prstGeom>
          <a:solidFill>
            <a:srgbClr val="0F5C56"/>
          </a:solidFill>
          <a:ln w="12700">
            <a:solidFill>
              <a:srgbClr val="0F5C5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9743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280160" y="4901184"/>
            <a:ext cx="1037844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08760" y="499262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above force a decision.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8760" y="537667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to Pattern A. Zero standing infrastructure, freshness is inherent, and nothing is built ahead of demonstrated need.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F5C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Readiness &amp; Next Steps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proven vs. what remains before general rollout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39496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5875">
            <a:solidFill>
              <a:srgbClr val="D8D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in this POC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architectures built and run end-to-end against live infrastructure, not simulated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 and cost measured directly, not estimated from documentation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three-way reconciliation check that caught a real data-drift bug during the POC itself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failure mode encountered has a documented, working fix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coverage for everything that supports automation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280160"/>
            <a:ext cx="5394960" cy="4480560"/>
          </a:xfrm>
          <a:prstGeom prst="roundRect">
            <a:avLst>
              <a:gd name="adj" fmla="val 1020"/>
            </a:avLst>
          </a:prstGeom>
          <a:solidFill>
            <a:srgbClr val="A8F0EE"/>
          </a:solidFill>
          <a:ln w="15875">
            <a:solidFill>
              <a:srgbClr val="A8F0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before general rollout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19202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freshness SLOs under real, sustained load rather than POC-scale traffic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cost-guardrail monitoring and alerting on cross-cloud egress before general use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direct-write path's static credential with a fully keyless cross-cloud trust relationship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replica sync and the reconciliation check on a schedule rather than running on demand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 the per-feed decision (Pattern A/B/C) into intake tooling so it isn't a manual judgment call every time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&amp; DISCUSSION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21792" y="37947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architecture decisions, runbooks, and as-run logs available on request.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2026-07-17T14:12:32Z</dcterms:created>
  <dcterms:modified xsi:type="dcterms:W3CDTF">2026-07-17T14:12:32Z</dcterms:modified>
</cp:coreProperties>
</file>